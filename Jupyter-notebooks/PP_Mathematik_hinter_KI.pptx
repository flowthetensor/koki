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4"/>
    <p:sldMasterId id="2147483668" r:id="rId5"/>
  </p:sldMasterIdLst>
  <p:notesMasterIdLst>
    <p:notesMasterId r:id="rId23"/>
  </p:notesMasterIdLst>
  <p:sldIdLst>
    <p:sldId id="260" r:id="rId6"/>
    <p:sldId id="264" r:id="rId7"/>
    <p:sldId id="265" r:id="rId8"/>
    <p:sldId id="269" r:id="rId9"/>
    <p:sldId id="270" r:id="rId10"/>
    <p:sldId id="271" r:id="rId11"/>
    <p:sldId id="279" r:id="rId12"/>
    <p:sldId id="272" r:id="rId13"/>
    <p:sldId id="280" r:id="rId14"/>
    <p:sldId id="281" r:id="rId15"/>
    <p:sldId id="277" r:id="rId16"/>
    <p:sldId id="278" r:id="rId17"/>
    <p:sldId id="282" r:id="rId18"/>
    <p:sldId id="283" r:id="rId19"/>
    <p:sldId id="285" r:id="rId20"/>
    <p:sldId id="284" r:id="rId21"/>
    <p:sldId id="266" r:id="rId22"/>
  </p:sldIdLst>
  <p:sldSz cx="12192000" cy="6858000"/>
  <p:notesSz cx="6858000" cy="9144000"/>
  <p:embeddedFontLst>
    <p:embeddedFont>
      <p:font typeface="Brush Script MT" panose="03060802040406070304" pitchFamily="66" charset="0"/>
      <p:italic r:id="rId24"/>
    </p:embeddedFont>
    <p:embeddedFont>
      <p:font typeface="Cambria Math" panose="02040503050406030204" pitchFamily="18" charset="0"/>
      <p:regular r:id="rId25"/>
    </p:embeddedFont>
    <p:embeddedFont>
      <p:font typeface="Roboto" panose="02000000000000000000" pitchFamily="2" charset="0"/>
      <p:regular r:id="rId26"/>
      <p:bold r:id="rId27"/>
      <p:italic r:id="rId28"/>
      <p:boldItalic r:id="rId29"/>
    </p:embeddedFont>
    <p:embeddedFont>
      <p:font typeface="Roboto Slab" pitchFamily="2" charset="0"/>
      <p:regular r:id="rId30"/>
      <p:bold r:id="rId31"/>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418E"/>
    <a:srgbClr val="FFCD00"/>
    <a:srgbClr val="274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9098AF-8395-419E-AE45-1B5056D131DC}" v="1748" dt="2025-11-26T07:53:57.03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Helle Formatvorlage 2 - Akz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84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mar Franke" userId="7f77c018-bd59-416f-ab47-819b19fe7820" providerId="ADAL" clId="{C9EF2DBE-2831-4294-9AF3-9781B8613360}"/>
    <pc:docChg chg="undo redo custSel addSld delSld modSld sldOrd">
      <pc:chgData name="Reimar Franke" userId="7f77c018-bd59-416f-ab47-819b19fe7820" providerId="ADAL" clId="{C9EF2DBE-2831-4294-9AF3-9781B8613360}" dt="2025-11-26T07:54:25.296" v="5239" actId="207"/>
      <pc:docMkLst>
        <pc:docMk/>
      </pc:docMkLst>
      <pc:sldChg chg="modSp mod">
        <pc:chgData name="Reimar Franke" userId="7f77c018-bd59-416f-ab47-819b19fe7820" providerId="ADAL" clId="{C9EF2DBE-2831-4294-9AF3-9781B8613360}" dt="2025-11-25T15:56:15.836" v="3971" actId="27636"/>
        <pc:sldMkLst>
          <pc:docMk/>
          <pc:sldMk cId="1493340230" sldId="260"/>
        </pc:sldMkLst>
        <pc:spChg chg="mod">
          <ac:chgData name="Reimar Franke" userId="7f77c018-bd59-416f-ab47-819b19fe7820" providerId="ADAL" clId="{C9EF2DBE-2831-4294-9AF3-9781B8613360}" dt="2025-11-25T12:12:17.173" v="0"/>
          <ac:spMkLst>
            <pc:docMk/>
            <pc:sldMk cId="1493340230" sldId="260"/>
            <ac:spMk id="5" creationId="{00000000-0000-0000-0000-000000000000}"/>
          </ac:spMkLst>
        </pc:spChg>
        <pc:spChg chg="mod">
          <ac:chgData name="Reimar Franke" userId="7f77c018-bd59-416f-ab47-819b19fe7820" providerId="ADAL" clId="{C9EF2DBE-2831-4294-9AF3-9781B8613360}" dt="2025-11-25T15:56:15.836" v="3971" actId="27636"/>
          <ac:spMkLst>
            <pc:docMk/>
            <pc:sldMk cId="1493340230" sldId="260"/>
            <ac:spMk id="6" creationId="{00000000-0000-0000-0000-000000000000}"/>
          </ac:spMkLst>
        </pc:spChg>
      </pc:sldChg>
      <pc:sldChg chg="del">
        <pc:chgData name="Reimar Franke" userId="7f77c018-bd59-416f-ab47-819b19fe7820" providerId="ADAL" clId="{C9EF2DBE-2831-4294-9AF3-9781B8613360}" dt="2025-11-25T12:13:05.389" v="63" actId="2696"/>
        <pc:sldMkLst>
          <pc:docMk/>
          <pc:sldMk cId="3909004175" sldId="261"/>
        </pc:sldMkLst>
      </pc:sldChg>
      <pc:sldChg chg="del">
        <pc:chgData name="Reimar Franke" userId="7f77c018-bd59-416f-ab47-819b19fe7820" providerId="ADAL" clId="{C9EF2DBE-2831-4294-9AF3-9781B8613360}" dt="2025-11-25T12:13:05.389" v="63" actId="2696"/>
        <pc:sldMkLst>
          <pc:docMk/>
          <pc:sldMk cId="1615326074" sldId="262"/>
        </pc:sldMkLst>
      </pc:sldChg>
      <pc:sldChg chg="del">
        <pc:chgData name="Reimar Franke" userId="7f77c018-bd59-416f-ab47-819b19fe7820" providerId="ADAL" clId="{C9EF2DBE-2831-4294-9AF3-9781B8613360}" dt="2025-11-25T12:13:05.389" v="63" actId="2696"/>
        <pc:sldMkLst>
          <pc:docMk/>
          <pc:sldMk cId="3041522481" sldId="263"/>
        </pc:sldMkLst>
      </pc:sldChg>
      <pc:sldChg chg="addSp delSp modSp mod">
        <pc:chgData name="Reimar Franke" userId="7f77c018-bd59-416f-ab47-819b19fe7820" providerId="ADAL" clId="{C9EF2DBE-2831-4294-9AF3-9781B8613360}" dt="2025-11-25T12:20:05.357" v="994" actId="1076"/>
        <pc:sldMkLst>
          <pc:docMk/>
          <pc:sldMk cId="262944686" sldId="265"/>
        </pc:sldMkLst>
        <pc:spChg chg="mod">
          <ac:chgData name="Reimar Franke" userId="7f77c018-bd59-416f-ab47-819b19fe7820" providerId="ADAL" clId="{C9EF2DBE-2831-4294-9AF3-9781B8613360}" dt="2025-11-25T12:13:56.071" v="122" actId="20577"/>
          <ac:spMkLst>
            <pc:docMk/>
            <pc:sldMk cId="262944686" sldId="265"/>
            <ac:spMk id="5" creationId="{7BEDB69E-50A7-2EAA-D03C-ABC6850463DE}"/>
          </ac:spMkLst>
        </pc:spChg>
        <pc:spChg chg="mod">
          <ac:chgData name="Reimar Franke" userId="7f77c018-bd59-416f-ab47-819b19fe7820" providerId="ADAL" clId="{C9EF2DBE-2831-4294-9AF3-9781B8613360}" dt="2025-11-25T12:18:46.961" v="989" actId="404"/>
          <ac:spMkLst>
            <pc:docMk/>
            <pc:sldMk cId="262944686" sldId="265"/>
            <ac:spMk id="11" creationId="{045F4A20-2ED9-BE13-9618-FD01F849BDE8}"/>
          </ac:spMkLst>
        </pc:spChg>
        <pc:spChg chg="del">
          <ac:chgData name="Reimar Franke" userId="7f77c018-bd59-416f-ab47-819b19fe7820" providerId="ADAL" clId="{C9EF2DBE-2831-4294-9AF3-9781B8613360}" dt="2025-11-25T12:14:13.600" v="163" actId="478"/>
          <ac:spMkLst>
            <pc:docMk/>
            <pc:sldMk cId="262944686" sldId="265"/>
            <ac:spMk id="12" creationId="{6433DA6E-7F3A-943A-CB6D-F0D10080F6A9}"/>
          </ac:spMkLst>
        </pc:spChg>
        <pc:picChg chg="add mod">
          <ac:chgData name="Reimar Franke" userId="7f77c018-bd59-416f-ab47-819b19fe7820" providerId="ADAL" clId="{C9EF2DBE-2831-4294-9AF3-9781B8613360}" dt="2025-11-25T12:20:05.357" v="994" actId="1076"/>
          <ac:picMkLst>
            <pc:docMk/>
            <pc:sldMk cId="262944686" sldId="265"/>
            <ac:picMk id="7" creationId="{FE624D2D-9067-C483-45E2-F0687654F617}"/>
          </ac:picMkLst>
        </pc:picChg>
        <pc:picChg chg="del">
          <ac:chgData name="Reimar Franke" userId="7f77c018-bd59-416f-ab47-819b19fe7820" providerId="ADAL" clId="{C9EF2DBE-2831-4294-9AF3-9781B8613360}" dt="2025-11-25T12:13:32.652" v="80" actId="478"/>
          <ac:picMkLst>
            <pc:docMk/>
            <pc:sldMk cId="262944686" sldId="265"/>
            <ac:picMk id="10" creationId="{4BE65895-E955-61B6-EE25-527AE6227336}"/>
          </ac:picMkLst>
        </pc:picChg>
      </pc:sldChg>
      <pc:sldChg chg="addSp modSp mod">
        <pc:chgData name="Reimar Franke" userId="7f77c018-bd59-416f-ab47-819b19fe7820" providerId="ADAL" clId="{C9EF2DBE-2831-4294-9AF3-9781B8613360}" dt="2025-11-25T16:14:35.618" v="4534" actId="20577"/>
        <pc:sldMkLst>
          <pc:docMk/>
          <pc:sldMk cId="875408324" sldId="266"/>
        </pc:sldMkLst>
        <pc:spChg chg="mod">
          <ac:chgData name="Reimar Franke" userId="7f77c018-bd59-416f-ab47-819b19fe7820" providerId="ADAL" clId="{C9EF2DBE-2831-4294-9AF3-9781B8613360}" dt="2025-11-25T16:14:35.618" v="4534" actId="20577"/>
          <ac:spMkLst>
            <pc:docMk/>
            <pc:sldMk cId="875408324" sldId="266"/>
            <ac:spMk id="4" creationId="{E253FAC0-E2D9-387B-1FA2-2975E849B7D1}"/>
          </ac:spMkLst>
        </pc:spChg>
        <pc:spChg chg="add">
          <ac:chgData name="Reimar Franke" userId="7f77c018-bd59-416f-ab47-819b19fe7820" providerId="ADAL" clId="{C9EF2DBE-2831-4294-9AF3-9781B8613360}" dt="2025-11-25T15:31:09.540" v="3342"/>
          <ac:spMkLst>
            <pc:docMk/>
            <pc:sldMk cId="875408324" sldId="266"/>
            <ac:spMk id="7" creationId="{F246B030-5522-B82E-64A0-7FB1CD3AE8B6}"/>
          </ac:spMkLst>
        </pc:spChg>
      </pc:sldChg>
      <pc:sldChg chg="del">
        <pc:chgData name="Reimar Franke" userId="7f77c018-bd59-416f-ab47-819b19fe7820" providerId="ADAL" clId="{C9EF2DBE-2831-4294-9AF3-9781B8613360}" dt="2025-11-25T16:10:10.312" v="4230" actId="2696"/>
        <pc:sldMkLst>
          <pc:docMk/>
          <pc:sldMk cId="3057045431" sldId="267"/>
        </pc:sldMkLst>
      </pc:sldChg>
      <pc:sldChg chg="del">
        <pc:chgData name="Reimar Franke" userId="7f77c018-bd59-416f-ab47-819b19fe7820" providerId="ADAL" clId="{C9EF2DBE-2831-4294-9AF3-9781B8613360}" dt="2025-11-25T12:13:05.389" v="63" actId="2696"/>
        <pc:sldMkLst>
          <pc:docMk/>
          <pc:sldMk cId="2811278500" sldId="268"/>
        </pc:sldMkLst>
      </pc:sldChg>
      <pc:sldChg chg="addSp delSp modSp mod">
        <pc:chgData name="Reimar Franke" userId="7f77c018-bd59-416f-ab47-819b19fe7820" providerId="ADAL" clId="{C9EF2DBE-2831-4294-9AF3-9781B8613360}" dt="2025-11-26T07:54:25.296" v="5239" actId="207"/>
        <pc:sldMkLst>
          <pc:docMk/>
          <pc:sldMk cId="1013015608" sldId="269"/>
        </pc:sldMkLst>
        <pc:spChg chg="mod">
          <ac:chgData name="Reimar Franke" userId="7f77c018-bd59-416f-ab47-819b19fe7820" providerId="ADAL" clId="{C9EF2DBE-2831-4294-9AF3-9781B8613360}" dt="2025-11-25T15:27:52.170" v="3193" actId="20577"/>
          <ac:spMkLst>
            <pc:docMk/>
            <pc:sldMk cId="1013015608" sldId="269"/>
            <ac:spMk id="5" creationId="{6924AD60-BDA3-AAE2-D439-BBF66D1CD856}"/>
          </ac:spMkLst>
        </pc:spChg>
        <pc:spChg chg="add mod">
          <ac:chgData name="Reimar Franke" userId="7f77c018-bd59-416f-ab47-819b19fe7820" providerId="ADAL" clId="{C9EF2DBE-2831-4294-9AF3-9781B8613360}" dt="2025-11-25T12:33:24.206" v="1034" actId="1076"/>
          <ac:spMkLst>
            <pc:docMk/>
            <pc:sldMk cId="1013015608" sldId="269"/>
            <ac:spMk id="19" creationId="{FBB794D6-F03A-EB2C-05E6-36DCD2246631}"/>
          </ac:spMkLst>
        </pc:spChg>
        <pc:spChg chg="add mod">
          <ac:chgData name="Reimar Franke" userId="7f77c018-bd59-416f-ab47-819b19fe7820" providerId="ADAL" clId="{C9EF2DBE-2831-4294-9AF3-9781B8613360}" dt="2025-11-26T07:54:25.296" v="5239" actId="207"/>
          <ac:spMkLst>
            <pc:docMk/>
            <pc:sldMk cId="1013015608" sldId="269"/>
            <ac:spMk id="21" creationId="{1FD0DACF-86AB-3943-E9A8-CFF39F069EEC}"/>
          </ac:spMkLst>
        </pc:spChg>
        <pc:spChg chg="del">
          <ac:chgData name="Reimar Franke" userId="7f77c018-bd59-416f-ab47-819b19fe7820" providerId="ADAL" clId="{C9EF2DBE-2831-4294-9AF3-9781B8613360}" dt="2025-11-25T12:18:26.381" v="985" actId="478"/>
          <ac:spMkLst>
            <pc:docMk/>
            <pc:sldMk cId="1013015608" sldId="269"/>
            <ac:spMk id="23" creationId="{48EFD283-088C-03B8-38A1-960A5808313F}"/>
          </ac:spMkLst>
        </pc:spChg>
        <pc:spChg chg="del">
          <ac:chgData name="Reimar Franke" userId="7f77c018-bd59-416f-ab47-819b19fe7820" providerId="ADAL" clId="{C9EF2DBE-2831-4294-9AF3-9781B8613360}" dt="2025-11-25T12:18:23.749" v="981" actId="478"/>
          <ac:spMkLst>
            <pc:docMk/>
            <pc:sldMk cId="1013015608" sldId="269"/>
            <ac:spMk id="24" creationId="{CAF50EF2-99DA-DFAA-D285-BB87530D4E51}"/>
          </ac:spMkLst>
        </pc:spChg>
        <pc:spChg chg="del">
          <ac:chgData name="Reimar Franke" userId="7f77c018-bd59-416f-ab47-819b19fe7820" providerId="ADAL" clId="{C9EF2DBE-2831-4294-9AF3-9781B8613360}" dt="2025-11-25T12:18:25.570" v="984" actId="478"/>
          <ac:spMkLst>
            <pc:docMk/>
            <pc:sldMk cId="1013015608" sldId="269"/>
            <ac:spMk id="25" creationId="{5F40DDE2-DA2D-B7CE-8DC9-42063D493229}"/>
          </ac:spMkLst>
        </pc:spChg>
        <pc:picChg chg="add mod modCrop">
          <ac:chgData name="Reimar Franke" userId="7f77c018-bd59-416f-ab47-819b19fe7820" providerId="ADAL" clId="{C9EF2DBE-2831-4294-9AF3-9781B8613360}" dt="2025-11-26T07:53:54.834" v="5234" actId="1076"/>
          <ac:picMkLst>
            <pc:docMk/>
            <pc:sldMk cId="1013015608" sldId="269"/>
            <ac:picMk id="4" creationId="{1708C645-5F09-E8C5-5EA6-7C2F91BB4D9E}"/>
          </ac:picMkLst>
        </pc:picChg>
        <pc:picChg chg="add mod">
          <ac:chgData name="Reimar Franke" userId="7f77c018-bd59-416f-ab47-819b19fe7820" providerId="ADAL" clId="{C9EF2DBE-2831-4294-9AF3-9781B8613360}" dt="2025-11-25T12:25:40.590" v="1026" actId="12788"/>
          <ac:picMkLst>
            <pc:docMk/>
            <pc:sldMk cId="1013015608" sldId="269"/>
            <ac:picMk id="7" creationId="{1AB878B1-442E-7792-06F9-2695D6431FAC}"/>
          </ac:picMkLst>
        </pc:picChg>
        <pc:picChg chg="add mod">
          <ac:chgData name="Reimar Franke" userId="7f77c018-bd59-416f-ab47-819b19fe7820" providerId="ADAL" clId="{C9EF2DBE-2831-4294-9AF3-9781B8613360}" dt="2025-11-25T12:25:42.840" v="1027" actId="465"/>
          <ac:picMkLst>
            <pc:docMk/>
            <pc:sldMk cId="1013015608" sldId="269"/>
            <ac:picMk id="14" creationId="{FDE208E7-5F76-5ED7-298A-388CEDCA111B}"/>
          </ac:picMkLst>
        </pc:picChg>
        <pc:picChg chg="del">
          <ac:chgData name="Reimar Franke" userId="7f77c018-bd59-416f-ab47-819b19fe7820" providerId="ADAL" clId="{C9EF2DBE-2831-4294-9AF3-9781B8613360}" dt="2025-11-25T12:18:22.773" v="980" actId="478"/>
          <ac:picMkLst>
            <pc:docMk/>
            <pc:sldMk cId="1013015608" sldId="269"/>
            <ac:picMk id="15" creationId="{CCB42521-B4A8-5E8B-25BA-50A5B6587EB3}"/>
          </ac:picMkLst>
        </pc:picChg>
        <pc:picChg chg="del">
          <ac:chgData name="Reimar Franke" userId="7f77c018-bd59-416f-ab47-819b19fe7820" providerId="ADAL" clId="{C9EF2DBE-2831-4294-9AF3-9781B8613360}" dt="2025-11-25T12:18:24.387" v="982" actId="478"/>
          <ac:picMkLst>
            <pc:docMk/>
            <pc:sldMk cId="1013015608" sldId="269"/>
            <ac:picMk id="16" creationId="{73AC3931-17B6-5747-F792-6E4363FC795F}"/>
          </ac:picMkLst>
        </pc:picChg>
        <pc:picChg chg="add mod">
          <ac:chgData name="Reimar Franke" userId="7f77c018-bd59-416f-ab47-819b19fe7820" providerId="ADAL" clId="{C9EF2DBE-2831-4294-9AF3-9781B8613360}" dt="2025-11-25T12:25:40.590" v="1026" actId="12788"/>
          <ac:picMkLst>
            <pc:docMk/>
            <pc:sldMk cId="1013015608" sldId="269"/>
            <ac:picMk id="18" creationId="{49E2114D-C316-2132-27BB-76A3BAB18F3A}"/>
          </ac:picMkLst>
        </pc:picChg>
        <pc:picChg chg="del">
          <ac:chgData name="Reimar Franke" userId="7f77c018-bd59-416f-ab47-819b19fe7820" providerId="ADAL" clId="{C9EF2DBE-2831-4294-9AF3-9781B8613360}" dt="2025-11-25T12:18:25.016" v="983" actId="478"/>
          <ac:picMkLst>
            <pc:docMk/>
            <pc:sldMk cId="1013015608" sldId="269"/>
            <ac:picMk id="20" creationId="{9BA0FF98-AF8C-195D-D52E-9D64B1097E55}"/>
          </ac:picMkLst>
        </pc:picChg>
        <pc:picChg chg="del">
          <ac:chgData name="Reimar Franke" userId="7f77c018-bd59-416f-ab47-819b19fe7820" providerId="ADAL" clId="{C9EF2DBE-2831-4294-9AF3-9781B8613360}" dt="2025-11-25T12:18:26.882" v="986" actId="478"/>
          <ac:picMkLst>
            <pc:docMk/>
            <pc:sldMk cId="1013015608" sldId="269"/>
            <ac:picMk id="22" creationId="{52E1E835-2735-0885-6031-03C35B45D51F}"/>
          </ac:picMkLst>
        </pc:picChg>
        <pc:cxnChg chg="add mod">
          <ac:chgData name="Reimar Franke" userId="7f77c018-bd59-416f-ab47-819b19fe7820" providerId="ADAL" clId="{C9EF2DBE-2831-4294-9AF3-9781B8613360}" dt="2025-11-26T07:53:37.023" v="5228" actId="208"/>
          <ac:cxnSpMkLst>
            <pc:docMk/>
            <pc:sldMk cId="1013015608" sldId="269"/>
            <ac:cxnSpMk id="15" creationId="{C1482E20-D188-DD79-0B08-36AE250CF300}"/>
          </ac:cxnSpMkLst>
        </pc:cxnChg>
        <pc:cxnChg chg="add mod">
          <ac:chgData name="Reimar Franke" userId="7f77c018-bd59-416f-ab47-819b19fe7820" providerId="ADAL" clId="{C9EF2DBE-2831-4294-9AF3-9781B8613360}" dt="2025-11-26T07:53:44.424" v="5230" actId="1076"/>
          <ac:cxnSpMkLst>
            <pc:docMk/>
            <pc:sldMk cId="1013015608" sldId="269"/>
            <ac:cxnSpMk id="16" creationId="{4DB5239D-A775-15C6-D688-0039A07971F4}"/>
          </ac:cxnSpMkLst>
        </pc:cxnChg>
        <pc:cxnChg chg="add mod">
          <ac:chgData name="Reimar Franke" userId="7f77c018-bd59-416f-ab47-819b19fe7820" providerId="ADAL" clId="{C9EF2DBE-2831-4294-9AF3-9781B8613360}" dt="2025-11-26T07:53:52.886" v="5233" actId="1076"/>
          <ac:cxnSpMkLst>
            <pc:docMk/>
            <pc:sldMk cId="1013015608" sldId="269"/>
            <ac:cxnSpMk id="17" creationId="{E8EE78BA-9E83-243F-A568-35E184213D74}"/>
          </ac:cxnSpMkLst>
        </pc:cxnChg>
        <pc:cxnChg chg="add mod">
          <ac:chgData name="Reimar Franke" userId="7f77c018-bd59-416f-ab47-819b19fe7820" providerId="ADAL" clId="{C9EF2DBE-2831-4294-9AF3-9781B8613360}" dt="2025-11-26T07:54:01.163" v="5236" actId="1076"/>
          <ac:cxnSpMkLst>
            <pc:docMk/>
            <pc:sldMk cId="1013015608" sldId="269"/>
            <ac:cxnSpMk id="20" creationId="{12663866-D85D-FD7D-6A2C-C4B1D4EA4FDC}"/>
          </ac:cxnSpMkLst>
        </pc:cxnChg>
      </pc:sldChg>
      <pc:sldChg chg="delSp modSp mod">
        <pc:chgData name="Reimar Franke" userId="7f77c018-bd59-416f-ab47-819b19fe7820" providerId="ADAL" clId="{C9EF2DBE-2831-4294-9AF3-9781B8613360}" dt="2025-11-25T15:28:20.742" v="3250" actId="20577"/>
        <pc:sldMkLst>
          <pc:docMk/>
          <pc:sldMk cId="1600181900" sldId="270"/>
        </pc:sldMkLst>
        <pc:spChg chg="mod">
          <ac:chgData name="Reimar Franke" userId="7f77c018-bd59-416f-ab47-819b19fe7820" providerId="ADAL" clId="{C9EF2DBE-2831-4294-9AF3-9781B8613360}" dt="2025-11-25T15:28:20.742" v="3250" actId="20577"/>
          <ac:spMkLst>
            <pc:docMk/>
            <pc:sldMk cId="1600181900" sldId="270"/>
            <ac:spMk id="5" creationId="{6924AD60-BDA3-AAE2-D439-BBF66D1CD856}"/>
          </ac:spMkLst>
        </pc:spChg>
        <pc:picChg chg="del">
          <ac:chgData name="Reimar Franke" userId="7f77c018-bd59-416f-ab47-819b19fe7820" providerId="ADAL" clId="{C9EF2DBE-2831-4294-9AF3-9781B8613360}" dt="2025-11-25T12:33:39.226" v="1036" actId="478"/>
          <ac:picMkLst>
            <pc:docMk/>
            <pc:sldMk cId="1600181900" sldId="270"/>
            <ac:picMk id="15" creationId="{CCB42521-B4A8-5E8B-25BA-50A5B6587EB3}"/>
          </ac:picMkLst>
        </pc:picChg>
        <pc:picChg chg="del">
          <ac:chgData name="Reimar Franke" userId="7f77c018-bd59-416f-ab47-819b19fe7820" providerId="ADAL" clId="{C9EF2DBE-2831-4294-9AF3-9781B8613360}" dt="2025-11-25T12:33:36.942" v="1035" actId="478"/>
          <ac:picMkLst>
            <pc:docMk/>
            <pc:sldMk cId="1600181900" sldId="270"/>
            <ac:picMk id="17" creationId="{1048CEDF-8F0F-685C-4784-DAC2FB799820}"/>
          </ac:picMkLst>
        </pc:picChg>
      </pc:sldChg>
      <pc:sldChg chg="delSp modSp mod">
        <pc:chgData name="Reimar Franke" userId="7f77c018-bd59-416f-ab47-819b19fe7820" providerId="ADAL" clId="{C9EF2DBE-2831-4294-9AF3-9781B8613360}" dt="2025-11-25T15:28:38.475" v="3281" actId="20577"/>
        <pc:sldMkLst>
          <pc:docMk/>
          <pc:sldMk cId="1413033149" sldId="271"/>
        </pc:sldMkLst>
        <pc:spChg chg="mod">
          <ac:chgData name="Reimar Franke" userId="7f77c018-bd59-416f-ab47-819b19fe7820" providerId="ADAL" clId="{C9EF2DBE-2831-4294-9AF3-9781B8613360}" dt="2025-11-25T15:28:38.475" v="3281" actId="20577"/>
          <ac:spMkLst>
            <pc:docMk/>
            <pc:sldMk cId="1413033149" sldId="271"/>
            <ac:spMk id="5" creationId="{6924AD60-BDA3-AAE2-D439-BBF66D1CD856}"/>
          </ac:spMkLst>
        </pc:spChg>
        <pc:spChg chg="del">
          <ac:chgData name="Reimar Franke" userId="7f77c018-bd59-416f-ab47-819b19fe7820" providerId="ADAL" clId="{C9EF2DBE-2831-4294-9AF3-9781B8613360}" dt="2025-11-25T12:33:50.906" v="1037" actId="478"/>
          <ac:spMkLst>
            <pc:docMk/>
            <pc:sldMk cId="1413033149" sldId="271"/>
            <ac:spMk id="29" creationId="{F04361E6-A320-C402-ECDB-9CC516295FB6}"/>
          </ac:spMkLst>
        </pc:spChg>
        <pc:spChg chg="del">
          <ac:chgData name="Reimar Franke" userId="7f77c018-bd59-416f-ab47-819b19fe7820" providerId="ADAL" clId="{C9EF2DBE-2831-4294-9AF3-9781B8613360}" dt="2025-11-25T12:33:50.906" v="1037" actId="478"/>
          <ac:spMkLst>
            <pc:docMk/>
            <pc:sldMk cId="1413033149" sldId="271"/>
            <ac:spMk id="31" creationId="{7256F3F3-B940-A518-64F9-609FC61F0ACB}"/>
          </ac:spMkLst>
        </pc:spChg>
        <pc:spChg chg="del">
          <ac:chgData name="Reimar Franke" userId="7f77c018-bd59-416f-ab47-819b19fe7820" providerId="ADAL" clId="{C9EF2DBE-2831-4294-9AF3-9781B8613360}" dt="2025-11-25T12:33:50.906" v="1037" actId="478"/>
          <ac:spMkLst>
            <pc:docMk/>
            <pc:sldMk cId="1413033149" sldId="271"/>
            <ac:spMk id="33" creationId="{9944C074-82C5-6313-47BC-6FB246893B5B}"/>
          </ac:spMkLst>
        </pc:spChg>
        <pc:spChg chg="del">
          <ac:chgData name="Reimar Franke" userId="7f77c018-bd59-416f-ab47-819b19fe7820" providerId="ADAL" clId="{C9EF2DBE-2831-4294-9AF3-9781B8613360}" dt="2025-11-25T12:33:50.906" v="1037" actId="478"/>
          <ac:spMkLst>
            <pc:docMk/>
            <pc:sldMk cId="1413033149" sldId="271"/>
            <ac:spMk id="34" creationId="{9480E119-09CB-16FC-A031-71C33CC68556}"/>
          </ac:spMkLst>
        </pc:spChg>
        <pc:spChg chg="del">
          <ac:chgData name="Reimar Franke" userId="7f77c018-bd59-416f-ab47-819b19fe7820" providerId="ADAL" clId="{C9EF2DBE-2831-4294-9AF3-9781B8613360}" dt="2025-11-25T12:33:56.988" v="1041" actId="478"/>
          <ac:spMkLst>
            <pc:docMk/>
            <pc:sldMk cId="1413033149" sldId="271"/>
            <ac:spMk id="35" creationId="{FD31ABD1-B861-CBE9-2CCB-960D969A3AC9}"/>
          </ac:spMkLst>
        </pc:spChg>
        <pc:grpChg chg="del mod">
          <ac:chgData name="Reimar Franke" userId="7f77c018-bd59-416f-ab47-819b19fe7820" providerId="ADAL" clId="{C9EF2DBE-2831-4294-9AF3-9781B8613360}" dt="2025-11-25T12:33:55.433" v="1040" actId="478"/>
          <ac:grpSpMkLst>
            <pc:docMk/>
            <pc:sldMk cId="1413033149" sldId="271"/>
            <ac:grpSpMk id="17" creationId="{D08573F1-5763-E36A-806B-F516C59B95CE}"/>
          </ac:grpSpMkLst>
        </pc:grpChg>
        <pc:picChg chg="del">
          <ac:chgData name="Reimar Franke" userId="7f77c018-bd59-416f-ab47-819b19fe7820" providerId="ADAL" clId="{C9EF2DBE-2831-4294-9AF3-9781B8613360}" dt="2025-11-25T12:33:54.128" v="1038" actId="478"/>
          <ac:picMkLst>
            <pc:docMk/>
            <pc:sldMk cId="1413033149" sldId="271"/>
            <ac:picMk id="19" creationId="{F6C07BA0-6218-6ED0-1862-D1CA693FB42B}"/>
          </ac:picMkLst>
        </pc:picChg>
        <pc:picChg chg="del">
          <ac:chgData name="Reimar Franke" userId="7f77c018-bd59-416f-ab47-819b19fe7820" providerId="ADAL" clId="{C9EF2DBE-2831-4294-9AF3-9781B8613360}" dt="2025-11-25T12:33:50.906" v="1037" actId="478"/>
          <ac:picMkLst>
            <pc:docMk/>
            <pc:sldMk cId="1413033149" sldId="271"/>
            <ac:picMk id="24" creationId="{4262F1A1-38AB-427A-66ED-BE8FD158D471}"/>
          </ac:picMkLst>
        </pc:picChg>
        <pc:picChg chg="del">
          <ac:chgData name="Reimar Franke" userId="7f77c018-bd59-416f-ab47-819b19fe7820" providerId="ADAL" clId="{C9EF2DBE-2831-4294-9AF3-9781B8613360}" dt="2025-11-25T12:33:54.128" v="1038" actId="478"/>
          <ac:picMkLst>
            <pc:docMk/>
            <pc:sldMk cId="1413033149" sldId="271"/>
            <ac:picMk id="25" creationId="{5B445787-177A-1D5B-3278-43B4F79FC60B}"/>
          </ac:picMkLst>
        </pc:picChg>
        <pc:picChg chg="del">
          <ac:chgData name="Reimar Franke" userId="7f77c018-bd59-416f-ab47-819b19fe7820" providerId="ADAL" clId="{C9EF2DBE-2831-4294-9AF3-9781B8613360}" dt="2025-11-25T12:33:50.906" v="1037" actId="478"/>
          <ac:picMkLst>
            <pc:docMk/>
            <pc:sldMk cId="1413033149" sldId="271"/>
            <ac:picMk id="27" creationId="{AB8806EE-F436-5948-5971-AA9DFE750AC8}"/>
          </ac:picMkLst>
        </pc:picChg>
        <pc:picChg chg="del">
          <ac:chgData name="Reimar Franke" userId="7f77c018-bd59-416f-ab47-819b19fe7820" providerId="ADAL" clId="{C9EF2DBE-2831-4294-9AF3-9781B8613360}" dt="2025-11-25T12:33:50.906" v="1037" actId="478"/>
          <ac:picMkLst>
            <pc:docMk/>
            <pc:sldMk cId="1413033149" sldId="271"/>
            <ac:picMk id="30" creationId="{299A1AE1-BC0E-813E-1F12-453BE4419D98}"/>
          </ac:picMkLst>
        </pc:picChg>
        <pc:picChg chg="del">
          <ac:chgData name="Reimar Franke" userId="7f77c018-bd59-416f-ab47-819b19fe7820" providerId="ADAL" clId="{C9EF2DBE-2831-4294-9AF3-9781B8613360}" dt="2025-11-25T12:33:54.128" v="1038" actId="478"/>
          <ac:picMkLst>
            <pc:docMk/>
            <pc:sldMk cId="1413033149" sldId="271"/>
            <ac:picMk id="32" creationId="{12F1251A-FD3B-7102-0AE1-2ABD291E913F}"/>
          </ac:picMkLst>
        </pc:picChg>
      </pc:sldChg>
      <pc:sldChg chg="addSp delSp modSp mod">
        <pc:chgData name="Reimar Franke" userId="7f77c018-bd59-416f-ab47-819b19fe7820" providerId="ADAL" clId="{C9EF2DBE-2831-4294-9AF3-9781B8613360}" dt="2025-11-25T15:29:12.028" v="3300" actId="20577"/>
        <pc:sldMkLst>
          <pc:docMk/>
          <pc:sldMk cId="1179974864" sldId="272"/>
        </pc:sldMkLst>
        <pc:spChg chg="add mod">
          <ac:chgData name="Reimar Franke" userId="7f77c018-bd59-416f-ab47-819b19fe7820" providerId="ADAL" clId="{C9EF2DBE-2831-4294-9AF3-9781B8613360}" dt="2025-11-25T13:40:12.066" v="1836" actId="1582"/>
          <ac:spMkLst>
            <pc:docMk/>
            <pc:sldMk cId="1179974864" sldId="272"/>
            <ac:spMk id="4" creationId="{68E9C661-A313-18ED-EBE4-52C4422191AD}"/>
          </ac:spMkLst>
        </pc:spChg>
        <pc:spChg chg="mod">
          <ac:chgData name="Reimar Franke" userId="7f77c018-bd59-416f-ab47-819b19fe7820" providerId="ADAL" clId="{C9EF2DBE-2831-4294-9AF3-9781B8613360}" dt="2025-11-25T15:29:12.028" v="3300" actId="20577"/>
          <ac:spMkLst>
            <pc:docMk/>
            <pc:sldMk cId="1179974864" sldId="272"/>
            <ac:spMk id="5" creationId="{6924AD60-BDA3-AAE2-D439-BBF66D1CD856}"/>
          </ac:spMkLst>
        </pc:spChg>
        <pc:spChg chg="add mod">
          <ac:chgData name="Reimar Franke" userId="7f77c018-bd59-416f-ab47-819b19fe7820" providerId="ADAL" clId="{C9EF2DBE-2831-4294-9AF3-9781B8613360}" dt="2025-11-25T13:40:12.066" v="1836" actId="1582"/>
          <ac:spMkLst>
            <pc:docMk/>
            <pc:sldMk cId="1179974864" sldId="272"/>
            <ac:spMk id="8" creationId="{EBAB69C3-A9CD-F904-8D6F-964EE0F5A59B}"/>
          </ac:spMkLst>
        </pc:spChg>
        <pc:spChg chg="add mod">
          <ac:chgData name="Reimar Franke" userId="7f77c018-bd59-416f-ab47-819b19fe7820" providerId="ADAL" clId="{C9EF2DBE-2831-4294-9AF3-9781B8613360}" dt="2025-11-25T13:40:12.066" v="1836" actId="1582"/>
          <ac:spMkLst>
            <pc:docMk/>
            <pc:sldMk cId="1179974864" sldId="272"/>
            <ac:spMk id="14" creationId="{AA519628-AEDF-1274-06CE-8FA1715A928C}"/>
          </ac:spMkLst>
        </pc:spChg>
        <pc:spChg chg="add mod">
          <ac:chgData name="Reimar Franke" userId="7f77c018-bd59-416f-ab47-819b19fe7820" providerId="ADAL" clId="{C9EF2DBE-2831-4294-9AF3-9781B8613360}" dt="2025-11-25T13:40:12.066" v="1836" actId="1582"/>
          <ac:spMkLst>
            <pc:docMk/>
            <pc:sldMk cId="1179974864" sldId="272"/>
            <ac:spMk id="15" creationId="{F671A4F5-A02A-B6D3-4FC4-539DA9733A52}"/>
          </ac:spMkLst>
        </pc:spChg>
        <pc:spChg chg="add mod">
          <ac:chgData name="Reimar Franke" userId="7f77c018-bd59-416f-ab47-819b19fe7820" providerId="ADAL" clId="{C9EF2DBE-2831-4294-9AF3-9781B8613360}" dt="2025-11-25T13:36:04.441" v="1707" actId="1076"/>
          <ac:spMkLst>
            <pc:docMk/>
            <pc:sldMk cId="1179974864" sldId="272"/>
            <ac:spMk id="24" creationId="{288040E3-14E1-3111-0F52-C4AAAA8CA2D0}"/>
          </ac:spMkLst>
        </pc:spChg>
        <pc:spChg chg="add mod">
          <ac:chgData name="Reimar Franke" userId="7f77c018-bd59-416f-ab47-819b19fe7820" providerId="ADAL" clId="{C9EF2DBE-2831-4294-9AF3-9781B8613360}" dt="2025-11-25T13:36:08.219" v="1708" actId="1076"/>
          <ac:spMkLst>
            <pc:docMk/>
            <pc:sldMk cId="1179974864" sldId="272"/>
            <ac:spMk id="25" creationId="{B49E7848-A486-43FA-E122-99C9A8DA8F52}"/>
          </ac:spMkLst>
        </pc:spChg>
        <pc:spChg chg="add mod">
          <ac:chgData name="Reimar Franke" userId="7f77c018-bd59-416f-ab47-819b19fe7820" providerId="ADAL" clId="{C9EF2DBE-2831-4294-9AF3-9781B8613360}" dt="2025-11-25T13:36:11.473" v="1709" actId="1076"/>
          <ac:spMkLst>
            <pc:docMk/>
            <pc:sldMk cId="1179974864" sldId="272"/>
            <ac:spMk id="26" creationId="{47E52B77-50B6-2A9E-3C8E-7A5D91BCAD35}"/>
          </ac:spMkLst>
        </pc:spChg>
        <pc:spChg chg="add mod">
          <ac:chgData name="Reimar Franke" userId="7f77c018-bd59-416f-ab47-819b19fe7820" providerId="ADAL" clId="{C9EF2DBE-2831-4294-9AF3-9781B8613360}" dt="2025-11-25T13:40:21.961" v="1837" actId="1076"/>
          <ac:spMkLst>
            <pc:docMk/>
            <pc:sldMk cId="1179974864" sldId="272"/>
            <ac:spMk id="27" creationId="{6EE263B1-F593-ED1C-935A-B1B7DFD4E10D}"/>
          </ac:spMkLst>
        </pc:spChg>
        <pc:spChg chg="add mod">
          <ac:chgData name="Reimar Franke" userId="7f77c018-bd59-416f-ab47-819b19fe7820" providerId="ADAL" clId="{C9EF2DBE-2831-4294-9AF3-9781B8613360}" dt="2025-11-25T13:36:26.762" v="1713" actId="1076"/>
          <ac:spMkLst>
            <pc:docMk/>
            <pc:sldMk cId="1179974864" sldId="272"/>
            <ac:spMk id="28" creationId="{D7642093-ADC4-619E-C71E-E2BD1029B2CB}"/>
          </ac:spMkLst>
        </pc:spChg>
        <pc:spChg chg="add mod">
          <ac:chgData name="Reimar Franke" userId="7f77c018-bd59-416f-ab47-819b19fe7820" providerId="ADAL" clId="{C9EF2DBE-2831-4294-9AF3-9781B8613360}" dt="2025-11-25T13:36:23.439" v="1712" actId="1076"/>
          <ac:spMkLst>
            <pc:docMk/>
            <pc:sldMk cId="1179974864" sldId="272"/>
            <ac:spMk id="29" creationId="{A2DF58BB-ABBC-9B37-BA25-506D27D1613A}"/>
          </ac:spMkLst>
        </pc:spChg>
        <pc:spChg chg="add mod">
          <ac:chgData name="Reimar Franke" userId="7f77c018-bd59-416f-ab47-819b19fe7820" providerId="ADAL" clId="{C9EF2DBE-2831-4294-9AF3-9781B8613360}" dt="2025-11-25T13:36:32.689" v="1714" actId="1076"/>
          <ac:spMkLst>
            <pc:docMk/>
            <pc:sldMk cId="1179974864" sldId="272"/>
            <ac:spMk id="30" creationId="{E9C1CD07-099E-64EA-0E5D-D7C9AA2D48A0}"/>
          </ac:spMkLst>
        </pc:spChg>
        <pc:spChg chg="add mod">
          <ac:chgData name="Reimar Franke" userId="7f77c018-bd59-416f-ab47-819b19fe7820" providerId="ADAL" clId="{C9EF2DBE-2831-4294-9AF3-9781B8613360}" dt="2025-11-25T13:37:05.262" v="1723" actId="1076"/>
          <ac:spMkLst>
            <pc:docMk/>
            <pc:sldMk cId="1179974864" sldId="272"/>
            <ac:spMk id="31" creationId="{D49B3134-ACEE-0819-0F60-D6C0FF21EAE7}"/>
          </ac:spMkLst>
        </pc:spChg>
        <pc:spChg chg="add del mod">
          <ac:chgData name="Reimar Franke" userId="7f77c018-bd59-416f-ab47-819b19fe7820" providerId="ADAL" clId="{C9EF2DBE-2831-4294-9AF3-9781B8613360}" dt="2025-11-25T13:38:32.085" v="1807" actId="478"/>
          <ac:spMkLst>
            <pc:docMk/>
            <pc:sldMk cId="1179974864" sldId="272"/>
            <ac:spMk id="36" creationId="{CA9CFF23-26C8-0A2D-8906-7138D5FFCA13}"/>
          </ac:spMkLst>
        </pc:spChg>
        <pc:spChg chg="add mod">
          <ac:chgData name="Reimar Franke" userId="7f77c018-bd59-416f-ab47-819b19fe7820" providerId="ADAL" clId="{C9EF2DBE-2831-4294-9AF3-9781B8613360}" dt="2025-11-25T13:58:58.044" v="2431" actId="2710"/>
          <ac:spMkLst>
            <pc:docMk/>
            <pc:sldMk cId="1179974864" sldId="272"/>
            <ac:spMk id="37" creationId="{C0CB74CD-4EC9-8D2D-8931-553F2E43E149}"/>
          </ac:spMkLst>
        </pc:spChg>
        <pc:spChg chg="add mod">
          <ac:chgData name="Reimar Franke" userId="7f77c018-bd59-416f-ab47-819b19fe7820" providerId="ADAL" clId="{C9EF2DBE-2831-4294-9AF3-9781B8613360}" dt="2025-11-25T13:48:51.845" v="2016" actId="1076"/>
          <ac:spMkLst>
            <pc:docMk/>
            <pc:sldMk cId="1179974864" sldId="272"/>
            <ac:spMk id="40" creationId="{D41B755B-EC9A-D223-3AB5-EF908CC680FB}"/>
          </ac:spMkLst>
        </pc:spChg>
        <pc:grpChg chg="mod">
          <ac:chgData name="Reimar Franke" userId="7f77c018-bd59-416f-ab47-819b19fe7820" providerId="ADAL" clId="{C9EF2DBE-2831-4294-9AF3-9781B8613360}" dt="2025-11-25T13:54:06.703" v="2284" actId="1076"/>
          <ac:grpSpMkLst>
            <pc:docMk/>
            <pc:sldMk cId="1179974864" sldId="272"/>
            <ac:grpSpMk id="35" creationId="{6B7BEC7A-F9D0-F4B1-16BD-E16B6026D722}"/>
          </ac:grpSpMkLst>
        </pc:grpChg>
        <pc:graphicFrameChg chg="add mod modGraphic">
          <ac:chgData name="Reimar Franke" userId="7f77c018-bd59-416f-ab47-819b19fe7820" providerId="ADAL" clId="{C9EF2DBE-2831-4294-9AF3-9781B8613360}" dt="2025-11-25T13:37:02.040" v="1722" actId="1076"/>
          <ac:graphicFrameMkLst>
            <pc:docMk/>
            <pc:sldMk cId="1179974864" sldId="272"/>
            <ac:graphicFrameMk id="34" creationId="{10ADEC7D-E377-A372-D922-A7F02A421E79}"/>
          </ac:graphicFrameMkLst>
        </pc:graphicFrameChg>
        <pc:picChg chg="del">
          <ac:chgData name="Reimar Franke" userId="7f77c018-bd59-416f-ab47-819b19fe7820" providerId="ADAL" clId="{C9EF2DBE-2831-4294-9AF3-9781B8613360}" dt="2025-11-25T12:34:43.911" v="1042" actId="478"/>
          <ac:picMkLst>
            <pc:docMk/>
            <pc:sldMk cId="1179974864" sldId="272"/>
            <ac:picMk id="7" creationId="{93CF7ECC-C8AA-EB16-7190-853E285AD561}"/>
          </ac:picMkLst>
        </pc:picChg>
        <pc:picChg chg="del">
          <ac:chgData name="Reimar Franke" userId="7f77c018-bd59-416f-ab47-819b19fe7820" providerId="ADAL" clId="{C9EF2DBE-2831-4294-9AF3-9781B8613360}" dt="2025-11-25T12:34:45.816" v="1043" actId="478"/>
          <ac:picMkLst>
            <pc:docMk/>
            <pc:sldMk cId="1179974864" sldId="272"/>
            <ac:picMk id="18" creationId="{84D00753-A6A2-81E2-0D78-46509E39E03E}"/>
          </ac:picMkLst>
        </pc:picChg>
        <pc:picChg chg="add mod">
          <ac:chgData name="Reimar Franke" userId="7f77c018-bd59-416f-ab47-819b19fe7820" providerId="ADAL" clId="{C9EF2DBE-2831-4294-9AF3-9781B8613360}" dt="2025-11-25T13:48:54.663" v="2017" actId="1076"/>
          <ac:picMkLst>
            <pc:docMk/>
            <pc:sldMk cId="1179974864" sldId="272"/>
            <ac:picMk id="39" creationId="{C1F6A4F4-AA6D-32BD-DEC9-5D0B72F9FF75}"/>
          </ac:picMkLst>
        </pc:picChg>
        <pc:cxnChg chg="add mod">
          <ac:chgData name="Reimar Franke" userId="7f77c018-bd59-416f-ab47-819b19fe7820" providerId="ADAL" clId="{C9EF2DBE-2831-4294-9AF3-9781B8613360}" dt="2025-11-25T13:40:12.066" v="1836" actId="1582"/>
          <ac:cxnSpMkLst>
            <pc:docMk/>
            <pc:sldMk cId="1179974864" sldId="272"/>
            <ac:cxnSpMk id="17" creationId="{90CF0A9F-0F38-6259-47D9-1997836A61D3}"/>
          </ac:cxnSpMkLst>
        </pc:cxnChg>
        <pc:cxnChg chg="add mod">
          <ac:chgData name="Reimar Franke" userId="7f77c018-bd59-416f-ab47-819b19fe7820" providerId="ADAL" clId="{C9EF2DBE-2831-4294-9AF3-9781B8613360}" dt="2025-11-25T13:40:12.066" v="1836" actId="1582"/>
          <ac:cxnSpMkLst>
            <pc:docMk/>
            <pc:sldMk cId="1179974864" sldId="272"/>
            <ac:cxnSpMk id="19" creationId="{2939B193-9A6C-45C6-BC8F-769343B95198}"/>
          </ac:cxnSpMkLst>
        </pc:cxnChg>
        <pc:cxnChg chg="add mod">
          <ac:chgData name="Reimar Franke" userId="7f77c018-bd59-416f-ab47-819b19fe7820" providerId="ADAL" clId="{C9EF2DBE-2831-4294-9AF3-9781B8613360}" dt="2025-11-25T13:40:12.066" v="1836" actId="1582"/>
          <ac:cxnSpMkLst>
            <pc:docMk/>
            <pc:sldMk cId="1179974864" sldId="272"/>
            <ac:cxnSpMk id="21" creationId="{A20E1C5D-4EB0-653B-0DF9-7C1840E1E406}"/>
          </ac:cxnSpMkLst>
        </pc:cxnChg>
      </pc:sldChg>
      <pc:sldChg chg="del">
        <pc:chgData name="Reimar Franke" userId="7f77c018-bd59-416f-ab47-819b19fe7820" providerId="ADAL" clId="{C9EF2DBE-2831-4294-9AF3-9781B8613360}" dt="2025-11-25T12:13:05.389" v="63" actId="2696"/>
        <pc:sldMkLst>
          <pc:docMk/>
          <pc:sldMk cId="1990234205" sldId="273"/>
        </pc:sldMkLst>
      </pc:sldChg>
      <pc:sldChg chg="del">
        <pc:chgData name="Reimar Franke" userId="7f77c018-bd59-416f-ab47-819b19fe7820" providerId="ADAL" clId="{C9EF2DBE-2831-4294-9AF3-9781B8613360}" dt="2025-11-25T12:13:05.389" v="63" actId="2696"/>
        <pc:sldMkLst>
          <pc:docMk/>
          <pc:sldMk cId="3750909728" sldId="274"/>
        </pc:sldMkLst>
      </pc:sldChg>
      <pc:sldChg chg="del">
        <pc:chgData name="Reimar Franke" userId="7f77c018-bd59-416f-ab47-819b19fe7820" providerId="ADAL" clId="{C9EF2DBE-2831-4294-9AF3-9781B8613360}" dt="2025-11-25T12:13:05.389" v="63" actId="2696"/>
        <pc:sldMkLst>
          <pc:docMk/>
          <pc:sldMk cId="3959481103" sldId="275"/>
        </pc:sldMkLst>
      </pc:sldChg>
      <pc:sldChg chg="addSp delSp del mod">
        <pc:chgData name="Reimar Franke" userId="7f77c018-bd59-416f-ab47-819b19fe7820" providerId="ADAL" clId="{C9EF2DBE-2831-4294-9AF3-9781B8613360}" dt="2025-11-25T16:10:06.196" v="4229" actId="2696"/>
        <pc:sldMkLst>
          <pc:docMk/>
          <pc:sldMk cId="2096019567" sldId="276"/>
        </pc:sldMkLst>
        <pc:spChg chg="add del">
          <ac:chgData name="Reimar Franke" userId="7f77c018-bd59-416f-ab47-819b19fe7820" providerId="ADAL" clId="{C9EF2DBE-2831-4294-9AF3-9781B8613360}" dt="2025-11-25T13:50:59.114" v="2021" actId="21"/>
          <ac:spMkLst>
            <pc:docMk/>
            <pc:sldMk cId="2096019567" sldId="276"/>
            <ac:spMk id="12" creationId="{BF84427E-5CB2-55F4-2632-370CEF8CC3ED}"/>
          </ac:spMkLst>
        </pc:spChg>
        <pc:spChg chg="add del">
          <ac:chgData name="Reimar Franke" userId="7f77c018-bd59-416f-ab47-819b19fe7820" providerId="ADAL" clId="{C9EF2DBE-2831-4294-9AF3-9781B8613360}" dt="2025-11-25T13:50:59.114" v="2021" actId="21"/>
          <ac:spMkLst>
            <pc:docMk/>
            <pc:sldMk cId="2096019567" sldId="276"/>
            <ac:spMk id="13" creationId="{939F6A8E-F42C-791E-DF80-B568F1AC6C60}"/>
          </ac:spMkLst>
        </pc:spChg>
      </pc:sldChg>
      <pc:sldChg chg="addSp delSp modSp add mod">
        <pc:chgData name="Reimar Franke" userId="7f77c018-bd59-416f-ab47-819b19fe7820" providerId="ADAL" clId="{C9EF2DBE-2831-4294-9AF3-9781B8613360}" dt="2025-11-25T15:29:41.835" v="3340" actId="20577"/>
        <pc:sldMkLst>
          <pc:docMk/>
          <pc:sldMk cId="3037020684" sldId="277"/>
        </pc:sldMkLst>
        <pc:spChg chg="mod">
          <ac:chgData name="Reimar Franke" userId="7f77c018-bd59-416f-ab47-819b19fe7820" providerId="ADAL" clId="{C9EF2DBE-2831-4294-9AF3-9781B8613360}" dt="2025-11-25T12:47:56.187" v="1287" actId="465"/>
          <ac:spMkLst>
            <pc:docMk/>
            <pc:sldMk cId="3037020684" sldId="277"/>
            <ac:spMk id="4" creationId="{9D81B6C5-138C-58AE-80A5-807F48E27EF7}"/>
          </ac:spMkLst>
        </pc:spChg>
        <pc:spChg chg="mod">
          <ac:chgData name="Reimar Franke" userId="7f77c018-bd59-416f-ab47-819b19fe7820" providerId="ADAL" clId="{C9EF2DBE-2831-4294-9AF3-9781B8613360}" dt="2025-11-25T15:29:41.835" v="3340" actId="20577"/>
          <ac:spMkLst>
            <pc:docMk/>
            <pc:sldMk cId="3037020684" sldId="277"/>
            <ac:spMk id="5" creationId="{EC27C0B2-BA27-ED71-26FF-ED978D589EAC}"/>
          </ac:spMkLst>
        </pc:spChg>
        <pc:spChg chg="add mod">
          <ac:chgData name="Reimar Franke" userId="7f77c018-bd59-416f-ab47-819b19fe7820" providerId="ADAL" clId="{C9EF2DBE-2831-4294-9AF3-9781B8613360}" dt="2025-11-25T12:50:19.769" v="1354" actId="1076"/>
          <ac:spMkLst>
            <pc:docMk/>
            <pc:sldMk cId="3037020684" sldId="277"/>
            <ac:spMk id="7" creationId="{35D12130-E80F-7B5D-30B6-D58041D62A9E}"/>
          </ac:spMkLst>
        </pc:spChg>
        <pc:spChg chg="mod">
          <ac:chgData name="Reimar Franke" userId="7f77c018-bd59-416f-ab47-819b19fe7820" providerId="ADAL" clId="{C9EF2DBE-2831-4294-9AF3-9781B8613360}" dt="2025-11-25T12:47:48.731" v="1286" actId="1076"/>
          <ac:spMkLst>
            <pc:docMk/>
            <pc:sldMk cId="3037020684" sldId="277"/>
            <ac:spMk id="8" creationId="{D598DFEF-42E1-A7F6-4E3C-FA252F57BC16}"/>
          </ac:spMkLst>
        </pc:spChg>
        <pc:spChg chg="mod">
          <ac:chgData name="Reimar Franke" userId="7f77c018-bd59-416f-ab47-819b19fe7820" providerId="ADAL" clId="{C9EF2DBE-2831-4294-9AF3-9781B8613360}" dt="2025-11-25T12:47:56.187" v="1287" actId="465"/>
          <ac:spMkLst>
            <pc:docMk/>
            <pc:sldMk cId="3037020684" sldId="277"/>
            <ac:spMk id="14" creationId="{D37D56B1-01C6-C6A0-4915-C40434E78272}"/>
          </ac:spMkLst>
        </pc:spChg>
        <pc:spChg chg="mod">
          <ac:chgData name="Reimar Franke" userId="7f77c018-bd59-416f-ab47-819b19fe7820" providerId="ADAL" clId="{C9EF2DBE-2831-4294-9AF3-9781B8613360}" dt="2025-11-25T12:46:48.304" v="1277" actId="1076"/>
          <ac:spMkLst>
            <pc:docMk/>
            <pc:sldMk cId="3037020684" sldId="277"/>
            <ac:spMk id="15" creationId="{B49FD032-6ACF-3D48-F5BB-21E6B7036283}"/>
          </ac:spMkLst>
        </pc:spChg>
        <pc:spChg chg="add mod">
          <ac:chgData name="Reimar Franke" userId="7f77c018-bd59-416f-ab47-819b19fe7820" providerId="ADAL" clId="{C9EF2DBE-2831-4294-9AF3-9781B8613360}" dt="2025-11-25T12:47:31.915" v="1284" actId="1076"/>
          <ac:spMkLst>
            <pc:docMk/>
            <pc:sldMk cId="3037020684" sldId="277"/>
            <ac:spMk id="16" creationId="{EE08FBC2-4E63-78EA-EA96-683AF0C21F4E}"/>
          </ac:spMkLst>
        </pc:spChg>
        <pc:spChg chg="mod">
          <ac:chgData name="Reimar Franke" userId="7f77c018-bd59-416f-ab47-819b19fe7820" providerId="ADAL" clId="{C9EF2DBE-2831-4294-9AF3-9781B8613360}" dt="2025-11-25T15:26:08.641" v="3101" actId="20577"/>
          <ac:spMkLst>
            <pc:docMk/>
            <pc:sldMk cId="3037020684" sldId="277"/>
            <ac:spMk id="24" creationId="{1D32029A-9CF5-0056-CB08-0C3E09DF0501}"/>
          </ac:spMkLst>
        </pc:spChg>
        <pc:spChg chg="mod">
          <ac:chgData name="Reimar Franke" userId="7f77c018-bd59-416f-ab47-819b19fe7820" providerId="ADAL" clId="{C9EF2DBE-2831-4294-9AF3-9781B8613360}" dt="2025-11-25T15:26:10.713" v="3102" actId="20577"/>
          <ac:spMkLst>
            <pc:docMk/>
            <pc:sldMk cId="3037020684" sldId="277"/>
            <ac:spMk id="25" creationId="{99D832F0-BE0C-2C8A-103D-C391BD4B769E}"/>
          </ac:spMkLst>
        </pc:spChg>
        <pc:spChg chg="mod">
          <ac:chgData name="Reimar Franke" userId="7f77c018-bd59-416f-ab47-819b19fe7820" providerId="ADAL" clId="{C9EF2DBE-2831-4294-9AF3-9781B8613360}" dt="2025-11-25T15:26:12.348" v="3103" actId="20577"/>
          <ac:spMkLst>
            <pc:docMk/>
            <pc:sldMk cId="3037020684" sldId="277"/>
            <ac:spMk id="26" creationId="{CF8A501E-EAB5-7DE5-D5C2-08DEF427351A}"/>
          </ac:spMkLst>
        </pc:spChg>
        <pc:spChg chg="mod">
          <ac:chgData name="Reimar Franke" userId="7f77c018-bd59-416f-ab47-819b19fe7820" providerId="ADAL" clId="{C9EF2DBE-2831-4294-9AF3-9781B8613360}" dt="2025-11-25T12:46:48.304" v="1277" actId="1076"/>
          <ac:spMkLst>
            <pc:docMk/>
            <pc:sldMk cId="3037020684" sldId="277"/>
            <ac:spMk id="27" creationId="{B4921FF2-042C-0E68-28E8-C3402502DEE8}"/>
          </ac:spMkLst>
        </pc:spChg>
        <pc:spChg chg="mod">
          <ac:chgData name="Reimar Franke" userId="7f77c018-bd59-416f-ab47-819b19fe7820" providerId="ADAL" clId="{C9EF2DBE-2831-4294-9AF3-9781B8613360}" dt="2025-11-25T13:25:04.258" v="1632" actId="1076"/>
          <ac:spMkLst>
            <pc:docMk/>
            <pc:sldMk cId="3037020684" sldId="277"/>
            <ac:spMk id="28" creationId="{AEE79462-1F43-C2D7-03C7-D3DC68EAA8AC}"/>
          </ac:spMkLst>
        </pc:spChg>
        <pc:spChg chg="mod">
          <ac:chgData name="Reimar Franke" userId="7f77c018-bd59-416f-ab47-819b19fe7820" providerId="ADAL" clId="{C9EF2DBE-2831-4294-9AF3-9781B8613360}" dt="2025-11-25T13:01:48.340" v="1530" actId="6549"/>
          <ac:spMkLst>
            <pc:docMk/>
            <pc:sldMk cId="3037020684" sldId="277"/>
            <ac:spMk id="29" creationId="{5C0561DA-4E9D-EB8B-942C-E61FA95C4E8C}"/>
          </ac:spMkLst>
        </pc:spChg>
        <pc:spChg chg="mod">
          <ac:chgData name="Reimar Franke" userId="7f77c018-bd59-416f-ab47-819b19fe7820" providerId="ADAL" clId="{C9EF2DBE-2831-4294-9AF3-9781B8613360}" dt="2025-11-25T13:01:50.198" v="1531" actId="6549"/>
          <ac:spMkLst>
            <pc:docMk/>
            <pc:sldMk cId="3037020684" sldId="277"/>
            <ac:spMk id="30" creationId="{1B556129-6266-BBFA-5C46-B12B8C7ED110}"/>
          </ac:spMkLst>
        </pc:spChg>
        <pc:spChg chg="mod">
          <ac:chgData name="Reimar Franke" userId="7f77c018-bd59-416f-ab47-819b19fe7820" providerId="ADAL" clId="{C9EF2DBE-2831-4294-9AF3-9781B8613360}" dt="2025-11-25T12:46:31.109" v="1276" actId="1076"/>
          <ac:spMkLst>
            <pc:docMk/>
            <pc:sldMk cId="3037020684" sldId="277"/>
            <ac:spMk id="31" creationId="{9789BCF6-8B11-256F-3850-65464CA8741D}"/>
          </ac:spMkLst>
        </pc:spChg>
        <pc:spChg chg="add mod">
          <ac:chgData name="Reimar Franke" userId="7f77c018-bd59-416f-ab47-819b19fe7820" providerId="ADAL" clId="{C9EF2DBE-2831-4294-9AF3-9781B8613360}" dt="2025-11-25T13:25:01.276" v="1631" actId="1076"/>
          <ac:spMkLst>
            <pc:docMk/>
            <pc:sldMk cId="3037020684" sldId="277"/>
            <ac:spMk id="39" creationId="{B0F642A4-A4E2-3A14-F207-EBF40AE25AF5}"/>
          </ac:spMkLst>
        </pc:spChg>
        <pc:spChg chg="add mod">
          <ac:chgData name="Reimar Franke" userId="7f77c018-bd59-416f-ab47-819b19fe7820" providerId="ADAL" clId="{C9EF2DBE-2831-4294-9AF3-9781B8613360}" dt="2025-11-25T12:50:19.769" v="1354" actId="1076"/>
          <ac:spMkLst>
            <pc:docMk/>
            <pc:sldMk cId="3037020684" sldId="277"/>
            <ac:spMk id="40" creationId="{ADF6B231-1A3A-7804-B620-05662DFF828E}"/>
          </ac:spMkLst>
        </pc:spChg>
        <pc:spChg chg="add mod">
          <ac:chgData name="Reimar Franke" userId="7f77c018-bd59-416f-ab47-819b19fe7820" providerId="ADAL" clId="{C9EF2DBE-2831-4294-9AF3-9781B8613360}" dt="2025-11-25T12:50:19.769" v="1354" actId="1076"/>
          <ac:spMkLst>
            <pc:docMk/>
            <pc:sldMk cId="3037020684" sldId="277"/>
            <ac:spMk id="41" creationId="{B0321D1B-6060-65D2-BC1C-0D99F3A20EE1}"/>
          </ac:spMkLst>
        </pc:spChg>
        <pc:spChg chg="add mod">
          <ac:chgData name="Reimar Franke" userId="7f77c018-bd59-416f-ab47-819b19fe7820" providerId="ADAL" clId="{C9EF2DBE-2831-4294-9AF3-9781B8613360}" dt="2025-11-25T15:25:22.780" v="3078" actId="207"/>
          <ac:spMkLst>
            <pc:docMk/>
            <pc:sldMk cId="3037020684" sldId="277"/>
            <ac:spMk id="84" creationId="{FBE2E860-4118-1ED2-2ED1-6826256685E8}"/>
          </ac:spMkLst>
        </pc:spChg>
        <pc:spChg chg="add mod">
          <ac:chgData name="Reimar Franke" userId="7f77c018-bd59-416f-ab47-819b19fe7820" providerId="ADAL" clId="{C9EF2DBE-2831-4294-9AF3-9781B8613360}" dt="2025-11-25T15:25:18.134" v="3077"/>
          <ac:spMkLst>
            <pc:docMk/>
            <pc:sldMk cId="3037020684" sldId="277"/>
            <ac:spMk id="85" creationId="{6C997BA1-6018-20A9-3C42-22AC302FCFE4}"/>
          </ac:spMkLst>
        </pc:spChg>
        <pc:spChg chg="add mod">
          <ac:chgData name="Reimar Franke" userId="7f77c018-bd59-416f-ab47-819b19fe7820" providerId="ADAL" clId="{C9EF2DBE-2831-4294-9AF3-9781B8613360}" dt="2025-11-25T15:25:18.134" v="3077"/>
          <ac:spMkLst>
            <pc:docMk/>
            <pc:sldMk cId="3037020684" sldId="277"/>
            <ac:spMk id="86" creationId="{1AD776AB-F492-5218-87F6-878AFB6FA4B3}"/>
          </ac:spMkLst>
        </pc:spChg>
        <pc:spChg chg="add mod">
          <ac:chgData name="Reimar Franke" userId="7f77c018-bd59-416f-ab47-819b19fe7820" providerId="ADAL" clId="{C9EF2DBE-2831-4294-9AF3-9781B8613360}" dt="2025-11-25T15:25:32.858" v="3086" actId="1035"/>
          <ac:spMkLst>
            <pc:docMk/>
            <pc:sldMk cId="3037020684" sldId="277"/>
            <ac:spMk id="87" creationId="{78019F48-BA36-69BE-87F0-BD2A4299C366}"/>
          </ac:spMkLst>
        </pc:spChg>
        <pc:picChg chg="add del">
          <ac:chgData name="Reimar Franke" userId="7f77c018-bd59-416f-ab47-819b19fe7820" providerId="ADAL" clId="{C9EF2DBE-2831-4294-9AF3-9781B8613360}" dt="2025-11-25T15:25:06.062" v="3076" actId="22"/>
          <ac:picMkLst>
            <pc:docMk/>
            <pc:sldMk cId="3037020684" sldId="277"/>
            <ac:picMk id="83" creationId="{701F9BC4-95AD-0685-FF7B-7B56DCC3486C}"/>
          </ac:picMkLst>
        </pc:picChg>
        <pc:cxnChg chg="mod">
          <ac:chgData name="Reimar Franke" userId="7f77c018-bd59-416f-ab47-819b19fe7820" providerId="ADAL" clId="{C9EF2DBE-2831-4294-9AF3-9781B8613360}" dt="2025-11-25T12:48:26.932" v="1294" actId="14100"/>
          <ac:cxnSpMkLst>
            <pc:docMk/>
            <pc:sldMk cId="3037020684" sldId="277"/>
            <ac:cxnSpMk id="17" creationId="{714CDF91-67FD-FDF0-AE15-AEC8054492F9}"/>
          </ac:cxnSpMkLst>
        </pc:cxnChg>
        <pc:cxnChg chg="mod">
          <ac:chgData name="Reimar Franke" userId="7f77c018-bd59-416f-ab47-819b19fe7820" providerId="ADAL" clId="{C9EF2DBE-2831-4294-9AF3-9781B8613360}" dt="2025-11-25T12:48:24.556" v="1293" actId="14100"/>
          <ac:cxnSpMkLst>
            <pc:docMk/>
            <pc:sldMk cId="3037020684" sldId="277"/>
            <ac:cxnSpMk id="19" creationId="{6CC8876F-4EDD-9A56-47AF-E54C4999DC0B}"/>
          </ac:cxnSpMkLst>
        </pc:cxnChg>
        <pc:cxnChg chg="mod">
          <ac:chgData name="Reimar Franke" userId="7f77c018-bd59-416f-ab47-819b19fe7820" providerId="ADAL" clId="{C9EF2DBE-2831-4294-9AF3-9781B8613360}" dt="2025-11-25T13:24:57.428" v="1630" actId="14100"/>
          <ac:cxnSpMkLst>
            <pc:docMk/>
            <pc:sldMk cId="3037020684" sldId="277"/>
            <ac:cxnSpMk id="21" creationId="{160EF010-2F6D-8F62-1B6E-C314052166F6}"/>
          </ac:cxnSpMkLst>
        </pc:cxnChg>
        <pc:cxnChg chg="add mod">
          <ac:chgData name="Reimar Franke" userId="7f77c018-bd59-416f-ab47-819b19fe7820" providerId="ADAL" clId="{C9EF2DBE-2831-4294-9AF3-9781B8613360}" dt="2025-11-25T13:24:54.635" v="1629" actId="14100"/>
          <ac:cxnSpMkLst>
            <pc:docMk/>
            <pc:sldMk cId="3037020684" sldId="277"/>
            <ac:cxnSpMk id="36" creationId="{6DE38469-938E-9CFA-2E88-6C6059103A67}"/>
          </ac:cxnSpMkLst>
        </pc:cxnChg>
        <pc:cxnChg chg="add del mod">
          <ac:chgData name="Reimar Franke" userId="7f77c018-bd59-416f-ab47-819b19fe7820" providerId="ADAL" clId="{C9EF2DBE-2831-4294-9AF3-9781B8613360}" dt="2025-11-25T12:50:54.708" v="1359" actId="478"/>
          <ac:cxnSpMkLst>
            <pc:docMk/>
            <pc:sldMk cId="3037020684" sldId="277"/>
            <ac:cxnSpMk id="43" creationId="{620D91B7-EABF-5308-3912-9D20738F391D}"/>
          </ac:cxnSpMkLst>
        </pc:cxnChg>
        <pc:cxnChg chg="add mod">
          <ac:chgData name="Reimar Franke" userId="7f77c018-bd59-416f-ab47-819b19fe7820" providerId="ADAL" clId="{C9EF2DBE-2831-4294-9AF3-9781B8613360}" dt="2025-11-25T12:51:03.355" v="1363" actId="14100"/>
          <ac:cxnSpMkLst>
            <pc:docMk/>
            <pc:sldMk cId="3037020684" sldId="277"/>
            <ac:cxnSpMk id="44" creationId="{091EE9A7-0B96-95D4-C06B-1A867D79F6AC}"/>
          </ac:cxnSpMkLst>
        </pc:cxnChg>
        <pc:cxnChg chg="add mod">
          <ac:chgData name="Reimar Franke" userId="7f77c018-bd59-416f-ab47-819b19fe7820" providerId="ADAL" clId="{C9EF2DBE-2831-4294-9AF3-9781B8613360}" dt="2025-11-25T12:51:12.997" v="1367" actId="14100"/>
          <ac:cxnSpMkLst>
            <pc:docMk/>
            <pc:sldMk cId="3037020684" sldId="277"/>
            <ac:cxnSpMk id="47" creationId="{01235000-20C0-3DB9-B1A0-47D6D0C547E9}"/>
          </ac:cxnSpMkLst>
        </pc:cxnChg>
        <pc:cxnChg chg="add mod">
          <ac:chgData name="Reimar Franke" userId="7f77c018-bd59-416f-ab47-819b19fe7820" providerId="ADAL" clId="{C9EF2DBE-2831-4294-9AF3-9781B8613360}" dt="2025-11-25T12:51:19.561" v="1370" actId="14100"/>
          <ac:cxnSpMkLst>
            <pc:docMk/>
            <pc:sldMk cId="3037020684" sldId="277"/>
            <ac:cxnSpMk id="50" creationId="{70B8817C-2180-B5D8-27C6-0A3EF1B9D7C7}"/>
          </ac:cxnSpMkLst>
        </pc:cxnChg>
        <pc:cxnChg chg="add mod">
          <ac:chgData name="Reimar Franke" userId="7f77c018-bd59-416f-ab47-819b19fe7820" providerId="ADAL" clId="{C9EF2DBE-2831-4294-9AF3-9781B8613360}" dt="2025-11-25T12:51:25.503" v="1374" actId="14100"/>
          <ac:cxnSpMkLst>
            <pc:docMk/>
            <pc:sldMk cId="3037020684" sldId="277"/>
            <ac:cxnSpMk id="53" creationId="{145BF2E4-79BE-BF9D-4858-7B017FFE256B}"/>
          </ac:cxnSpMkLst>
        </pc:cxnChg>
        <pc:cxnChg chg="add mod">
          <ac:chgData name="Reimar Franke" userId="7f77c018-bd59-416f-ab47-819b19fe7820" providerId="ADAL" clId="{C9EF2DBE-2831-4294-9AF3-9781B8613360}" dt="2025-11-25T12:51:32.903" v="1378" actId="14100"/>
          <ac:cxnSpMkLst>
            <pc:docMk/>
            <pc:sldMk cId="3037020684" sldId="277"/>
            <ac:cxnSpMk id="56" creationId="{856BF075-CA7B-D873-AA78-0C35E1FC888A}"/>
          </ac:cxnSpMkLst>
        </pc:cxnChg>
        <pc:cxnChg chg="add mod">
          <ac:chgData name="Reimar Franke" userId="7f77c018-bd59-416f-ab47-819b19fe7820" providerId="ADAL" clId="{C9EF2DBE-2831-4294-9AF3-9781B8613360}" dt="2025-11-25T12:51:39.801" v="1381" actId="14100"/>
          <ac:cxnSpMkLst>
            <pc:docMk/>
            <pc:sldMk cId="3037020684" sldId="277"/>
            <ac:cxnSpMk id="59" creationId="{1901AC4F-8268-0182-50C6-2CA2D4143675}"/>
          </ac:cxnSpMkLst>
        </pc:cxnChg>
        <pc:cxnChg chg="add mod">
          <ac:chgData name="Reimar Franke" userId="7f77c018-bd59-416f-ab47-819b19fe7820" providerId="ADAL" clId="{C9EF2DBE-2831-4294-9AF3-9781B8613360}" dt="2025-11-25T12:51:49.973" v="1384" actId="14100"/>
          <ac:cxnSpMkLst>
            <pc:docMk/>
            <pc:sldMk cId="3037020684" sldId="277"/>
            <ac:cxnSpMk id="62" creationId="{BC3D7D18-44D4-221E-9761-FF5462ACDD40}"/>
          </ac:cxnSpMkLst>
        </pc:cxnChg>
        <pc:cxnChg chg="add mod">
          <ac:chgData name="Reimar Franke" userId="7f77c018-bd59-416f-ab47-819b19fe7820" providerId="ADAL" clId="{C9EF2DBE-2831-4294-9AF3-9781B8613360}" dt="2025-11-25T12:51:57.275" v="1387" actId="14100"/>
          <ac:cxnSpMkLst>
            <pc:docMk/>
            <pc:sldMk cId="3037020684" sldId="277"/>
            <ac:cxnSpMk id="65" creationId="{67D8CFF5-842C-ABD4-0FB2-1ED70F2C0223}"/>
          </ac:cxnSpMkLst>
        </pc:cxnChg>
        <pc:cxnChg chg="add mod">
          <ac:chgData name="Reimar Franke" userId="7f77c018-bd59-416f-ab47-819b19fe7820" providerId="ADAL" clId="{C9EF2DBE-2831-4294-9AF3-9781B8613360}" dt="2025-11-25T12:52:08.484" v="1390" actId="14100"/>
          <ac:cxnSpMkLst>
            <pc:docMk/>
            <pc:sldMk cId="3037020684" sldId="277"/>
            <ac:cxnSpMk id="68" creationId="{32F93AB8-9851-D80D-EB3A-18D6411F2E06}"/>
          </ac:cxnSpMkLst>
        </pc:cxnChg>
        <pc:cxnChg chg="add mod">
          <ac:chgData name="Reimar Franke" userId="7f77c018-bd59-416f-ab47-819b19fe7820" providerId="ADAL" clId="{C9EF2DBE-2831-4294-9AF3-9781B8613360}" dt="2025-11-25T12:52:15.369" v="1393" actId="14100"/>
          <ac:cxnSpMkLst>
            <pc:docMk/>
            <pc:sldMk cId="3037020684" sldId="277"/>
            <ac:cxnSpMk id="71" creationId="{C9E9E57D-113F-65B6-DC2A-DD7D9DEC6FA0}"/>
          </ac:cxnSpMkLst>
        </pc:cxnChg>
        <pc:cxnChg chg="add mod">
          <ac:chgData name="Reimar Franke" userId="7f77c018-bd59-416f-ab47-819b19fe7820" providerId="ADAL" clId="{C9EF2DBE-2831-4294-9AF3-9781B8613360}" dt="2025-11-25T12:52:21.443" v="1396" actId="14100"/>
          <ac:cxnSpMkLst>
            <pc:docMk/>
            <pc:sldMk cId="3037020684" sldId="277"/>
            <ac:cxnSpMk id="74" creationId="{C743590E-66AE-9CFC-0598-E64391F1D3FC}"/>
          </ac:cxnSpMkLst>
        </pc:cxnChg>
        <pc:cxnChg chg="add mod">
          <ac:chgData name="Reimar Franke" userId="7f77c018-bd59-416f-ab47-819b19fe7820" providerId="ADAL" clId="{C9EF2DBE-2831-4294-9AF3-9781B8613360}" dt="2025-11-25T12:52:26.191" v="1399" actId="14100"/>
          <ac:cxnSpMkLst>
            <pc:docMk/>
            <pc:sldMk cId="3037020684" sldId="277"/>
            <ac:cxnSpMk id="77" creationId="{7E995409-D3F1-8621-6FD9-8700CD266B6C}"/>
          </ac:cxnSpMkLst>
        </pc:cxnChg>
      </pc:sldChg>
      <pc:sldChg chg="del">
        <pc:chgData name="Reimar Franke" userId="7f77c018-bd59-416f-ab47-819b19fe7820" providerId="ADAL" clId="{C9EF2DBE-2831-4294-9AF3-9781B8613360}" dt="2025-11-25T12:13:05.389" v="63" actId="2696"/>
        <pc:sldMkLst>
          <pc:docMk/>
          <pc:sldMk cId="1782258223" sldId="278"/>
        </pc:sldMkLst>
      </pc:sldChg>
      <pc:sldChg chg="addSp delSp modSp add mod">
        <pc:chgData name="Reimar Franke" userId="7f77c018-bd59-416f-ab47-819b19fe7820" providerId="ADAL" clId="{C9EF2DBE-2831-4294-9AF3-9781B8613360}" dt="2025-11-25T15:25:40.440" v="3093" actId="1035"/>
        <pc:sldMkLst>
          <pc:docMk/>
          <pc:sldMk cId="3637540961" sldId="278"/>
        </pc:sldMkLst>
        <pc:spChg chg="mod ord">
          <ac:chgData name="Reimar Franke" userId="7f77c018-bd59-416f-ab47-819b19fe7820" providerId="ADAL" clId="{C9EF2DBE-2831-4294-9AF3-9781B8613360}" dt="2025-11-25T13:24:31.452" v="1621" actId="13244"/>
          <ac:spMkLst>
            <pc:docMk/>
            <pc:sldMk cId="3637540961" sldId="278"/>
            <ac:spMk id="4" creationId="{4B422E42-8C60-D0ED-EBFA-2AF3EE40E773}"/>
          </ac:spMkLst>
        </pc:spChg>
        <pc:spChg chg="mod ord">
          <ac:chgData name="Reimar Franke" userId="7f77c018-bd59-416f-ab47-819b19fe7820" providerId="ADAL" clId="{C9EF2DBE-2831-4294-9AF3-9781B8613360}" dt="2025-11-25T13:22:46.193" v="1607" actId="13244"/>
          <ac:spMkLst>
            <pc:docMk/>
            <pc:sldMk cId="3637540961" sldId="278"/>
            <ac:spMk id="7" creationId="{315F6C1B-C4A4-AECE-9448-3C4EC7B27529}"/>
          </ac:spMkLst>
        </pc:spChg>
        <pc:spChg chg="mod ord">
          <ac:chgData name="Reimar Franke" userId="7f77c018-bd59-416f-ab47-819b19fe7820" providerId="ADAL" clId="{C9EF2DBE-2831-4294-9AF3-9781B8613360}" dt="2025-11-25T13:24:33.446" v="1622" actId="13244"/>
          <ac:spMkLst>
            <pc:docMk/>
            <pc:sldMk cId="3637540961" sldId="278"/>
            <ac:spMk id="8" creationId="{8F56DAE2-B0F3-5BC6-4FBB-BF3AA809DF13}"/>
          </ac:spMkLst>
        </pc:spChg>
        <pc:spChg chg="mod ord">
          <ac:chgData name="Reimar Franke" userId="7f77c018-bd59-416f-ab47-819b19fe7820" providerId="ADAL" clId="{C9EF2DBE-2831-4294-9AF3-9781B8613360}" dt="2025-11-25T13:24:29.458" v="1620" actId="13244"/>
          <ac:spMkLst>
            <pc:docMk/>
            <pc:sldMk cId="3637540961" sldId="278"/>
            <ac:spMk id="14" creationId="{6C45C728-601F-792B-D289-A768C6F0D23D}"/>
          </ac:spMkLst>
        </pc:spChg>
        <pc:spChg chg="mod ord">
          <ac:chgData name="Reimar Franke" userId="7f77c018-bd59-416f-ab47-819b19fe7820" providerId="ADAL" clId="{C9EF2DBE-2831-4294-9AF3-9781B8613360}" dt="2025-11-25T13:24:35.179" v="1623" actId="13244"/>
          <ac:spMkLst>
            <pc:docMk/>
            <pc:sldMk cId="3637540961" sldId="278"/>
            <ac:spMk id="15" creationId="{1BC6C845-9C6E-0DF8-6B69-7A3856F9C696}"/>
          </ac:spMkLst>
        </pc:spChg>
        <pc:spChg chg="mod ord">
          <ac:chgData name="Reimar Franke" userId="7f77c018-bd59-416f-ab47-819b19fe7820" providerId="ADAL" clId="{C9EF2DBE-2831-4294-9AF3-9781B8613360}" dt="2025-11-25T13:23:04.415" v="1611" actId="13244"/>
          <ac:spMkLst>
            <pc:docMk/>
            <pc:sldMk cId="3637540961" sldId="278"/>
            <ac:spMk id="16" creationId="{960307CE-689F-A134-9FDC-A95A9EEAA099}"/>
          </ac:spMkLst>
        </pc:spChg>
        <pc:spChg chg="add mod">
          <ac:chgData name="Reimar Franke" userId="7f77c018-bd59-416f-ab47-819b19fe7820" providerId="ADAL" clId="{C9EF2DBE-2831-4294-9AF3-9781B8613360}" dt="2025-11-25T13:00:28.816" v="1520" actId="207"/>
          <ac:spMkLst>
            <pc:docMk/>
            <pc:sldMk cId="3637540961" sldId="278"/>
            <ac:spMk id="18" creationId="{986FEE60-5331-B727-E68F-0C0FED16BB0F}"/>
          </ac:spMkLst>
        </pc:spChg>
        <pc:spChg chg="add mod">
          <ac:chgData name="Reimar Franke" userId="7f77c018-bd59-416f-ab47-819b19fe7820" providerId="ADAL" clId="{C9EF2DBE-2831-4294-9AF3-9781B8613360}" dt="2025-11-25T12:57:49.552" v="1470" actId="20577"/>
          <ac:spMkLst>
            <pc:docMk/>
            <pc:sldMk cId="3637540961" sldId="278"/>
            <ac:spMk id="20" creationId="{91C79874-534E-7405-47B7-42081841AEEA}"/>
          </ac:spMkLst>
        </pc:spChg>
        <pc:spChg chg="add mod">
          <ac:chgData name="Reimar Franke" userId="7f77c018-bd59-416f-ab47-819b19fe7820" providerId="ADAL" clId="{C9EF2DBE-2831-4294-9AF3-9781B8613360}" dt="2025-11-25T12:57:50.971" v="1471" actId="20577"/>
          <ac:spMkLst>
            <pc:docMk/>
            <pc:sldMk cId="3637540961" sldId="278"/>
            <ac:spMk id="22" creationId="{D5A1FC8B-FDD3-ED74-82ED-B9C0CB140874}"/>
          </ac:spMkLst>
        </pc:spChg>
        <pc:spChg chg="add mod">
          <ac:chgData name="Reimar Franke" userId="7f77c018-bd59-416f-ab47-819b19fe7820" providerId="ADAL" clId="{C9EF2DBE-2831-4294-9AF3-9781B8613360}" dt="2025-11-25T15:25:40.440" v="3093" actId="1035"/>
          <ac:spMkLst>
            <pc:docMk/>
            <pc:sldMk cId="3637540961" sldId="278"/>
            <ac:spMk id="23" creationId="{B839E936-797D-7E53-E223-B3893E05A41D}"/>
          </ac:spMkLst>
        </pc:spChg>
        <pc:spChg chg="mod">
          <ac:chgData name="Reimar Franke" userId="7f77c018-bd59-416f-ab47-819b19fe7820" providerId="ADAL" clId="{C9EF2DBE-2831-4294-9AF3-9781B8613360}" dt="2025-11-25T13:00:17.135" v="1518" actId="2085"/>
          <ac:spMkLst>
            <pc:docMk/>
            <pc:sldMk cId="3637540961" sldId="278"/>
            <ac:spMk id="24" creationId="{2FE3FF92-7414-3544-15F3-D111A438D6E0}"/>
          </ac:spMkLst>
        </pc:spChg>
        <pc:spChg chg="mod">
          <ac:chgData name="Reimar Franke" userId="7f77c018-bd59-416f-ab47-819b19fe7820" providerId="ADAL" clId="{C9EF2DBE-2831-4294-9AF3-9781B8613360}" dt="2025-11-25T13:00:17.135" v="1518" actId="2085"/>
          <ac:spMkLst>
            <pc:docMk/>
            <pc:sldMk cId="3637540961" sldId="278"/>
            <ac:spMk id="25" creationId="{8BEDEE05-BD5A-E2A5-83F0-6AFAC1628F3B}"/>
          </ac:spMkLst>
        </pc:spChg>
        <pc:spChg chg="mod">
          <ac:chgData name="Reimar Franke" userId="7f77c018-bd59-416f-ab47-819b19fe7820" providerId="ADAL" clId="{C9EF2DBE-2831-4294-9AF3-9781B8613360}" dt="2025-11-25T13:00:17.135" v="1518" actId="2085"/>
          <ac:spMkLst>
            <pc:docMk/>
            <pc:sldMk cId="3637540961" sldId="278"/>
            <ac:spMk id="26" creationId="{58BFA7DA-7369-C2FE-22A7-CB32D87345CC}"/>
          </ac:spMkLst>
        </pc:spChg>
        <pc:spChg chg="del">
          <ac:chgData name="Reimar Franke" userId="7f77c018-bd59-416f-ab47-819b19fe7820" providerId="ADAL" clId="{C9EF2DBE-2831-4294-9AF3-9781B8613360}" dt="2025-11-25T13:00:49.382" v="1521" actId="478"/>
          <ac:spMkLst>
            <pc:docMk/>
            <pc:sldMk cId="3637540961" sldId="278"/>
            <ac:spMk id="28" creationId="{0B308EF5-DBA8-1280-5ECA-ABF87A571D65}"/>
          </ac:spMkLst>
        </pc:spChg>
        <pc:spChg chg="del mod">
          <ac:chgData name="Reimar Franke" userId="7f77c018-bd59-416f-ab47-819b19fe7820" providerId="ADAL" clId="{C9EF2DBE-2831-4294-9AF3-9781B8613360}" dt="2025-11-25T13:00:51.190" v="1523" actId="478"/>
          <ac:spMkLst>
            <pc:docMk/>
            <pc:sldMk cId="3637540961" sldId="278"/>
            <ac:spMk id="29" creationId="{D22E2452-23EC-2D77-B26E-E1E0F597D228}"/>
          </ac:spMkLst>
        </pc:spChg>
        <pc:spChg chg="del">
          <ac:chgData name="Reimar Franke" userId="7f77c018-bd59-416f-ab47-819b19fe7820" providerId="ADAL" clId="{C9EF2DBE-2831-4294-9AF3-9781B8613360}" dt="2025-11-25T13:00:52.993" v="1524" actId="478"/>
          <ac:spMkLst>
            <pc:docMk/>
            <pc:sldMk cId="3637540961" sldId="278"/>
            <ac:spMk id="30" creationId="{035EF5E5-C878-041B-882B-9A121E66995B}"/>
          </ac:spMkLst>
        </pc:spChg>
        <pc:spChg chg="mod">
          <ac:chgData name="Reimar Franke" userId="7f77c018-bd59-416f-ab47-819b19fe7820" providerId="ADAL" clId="{C9EF2DBE-2831-4294-9AF3-9781B8613360}" dt="2025-11-25T13:01:18.255" v="1526" actId="207"/>
          <ac:spMkLst>
            <pc:docMk/>
            <pc:sldMk cId="3637540961" sldId="278"/>
            <ac:spMk id="31" creationId="{348F9377-67A4-9216-5476-0A260D3DF24C}"/>
          </ac:spMkLst>
        </pc:spChg>
        <pc:spChg chg="add mod">
          <ac:chgData name="Reimar Franke" userId="7f77c018-bd59-416f-ab47-819b19fe7820" providerId="ADAL" clId="{C9EF2DBE-2831-4294-9AF3-9781B8613360}" dt="2025-11-25T13:02:50.888" v="1543" actId="1076"/>
          <ac:spMkLst>
            <pc:docMk/>
            <pc:sldMk cId="3637540961" sldId="278"/>
            <ac:spMk id="32" creationId="{F42B6B4B-750B-2642-C952-30A3EA006CC8}"/>
          </ac:spMkLst>
        </pc:spChg>
        <pc:spChg chg="add mod">
          <ac:chgData name="Reimar Franke" userId="7f77c018-bd59-416f-ab47-819b19fe7820" providerId="ADAL" clId="{C9EF2DBE-2831-4294-9AF3-9781B8613360}" dt="2025-11-25T13:02:46.107" v="1542" actId="1076"/>
          <ac:spMkLst>
            <pc:docMk/>
            <pc:sldMk cId="3637540961" sldId="278"/>
            <ac:spMk id="33" creationId="{7EE9BD93-2792-0B56-58F7-49F4ED419AB3}"/>
          </ac:spMkLst>
        </pc:spChg>
        <pc:spChg chg="add mod">
          <ac:chgData name="Reimar Franke" userId="7f77c018-bd59-416f-ab47-819b19fe7820" providerId="ADAL" clId="{C9EF2DBE-2831-4294-9AF3-9781B8613360}" dt="2025-11-25T13:02:58.337" v="1544" actId="1076"/>
          <ac:spMkLst>
            <pc:docMk/>
            <pc:sldMk cId="3637540961" sldId="278"/>
            <ac:spMk id="34" creationId="{47865978-0FF2-064F-B49D-DC1E2FDC8B03}"/>
          </ac:spMkLst>
        </pc:spChg>
        <pc:spChg chg="del">
          <ac:chgData name="Reimar Franke" userId="7f77c018-bd59-416f-ab47-819b19fe7820" providerId="ADAL" clId="{C9EF2DBE-2831-4294-9AF3-9781B8613360}" dt="2025-11-25T13:00:54.196" v="1525" actId="478"/>
          <ac:spMkLst>
            <pc:docMk/>
            <pc:sldMk cId="3637540961" sldId="278"/>
            <ac:spMk id="39" creationId="{EA8E81FB-B977-C06F-8334-AE8811408A30}"/>
          </ac:spMkLst>
        </pc:spChg>
        <pc:spChg chg="mod modVis">
          <ac:chgData name="Reimar Franke" userId="7f77c018-bd59-416f-ab47-819b19fe7820" providerId="ADAL" clId="{C9EF2DBE-2831-4294-9AF3-9781B8613360}" dt="2025-11-25T13:22:14.176" v="1603" actId="962"/>
          <ac:spMkLst>
            <pc:docMk/>
            <pc:sldMk cId="3637540961" sldId="278"/>
            <ac:spMk id="40" creationId="{43B04B31-9F4E-5C06-5CB5-677ED6471574}"/>
          </ac:spMkLst>
        </pc:spChg>
        <pc:spChg chg="mod modVis">
          <ac:chgData name="Reimar Franke" userId="7f77c018-bd59-416f-ab47-819b19fe7820" providerId="ADAL" clId="{C9EF2DBE-2831-4294-9AF3-9781B8613360}" dt="2025-11-25T13:22:09.020" v="1602" actId="962"/>
          <ac:spMkLst>
            <pc:docMk/>
            <pc:sldMk cId="3637540961" sldId="278"/>
            <ac:spMk id="41" creationId="{97DB77BA-CE5C-6D89-126B-D96A6CBC9AA8}"/>
          </ac:spMkLst>
        </pc:spChg>
        <pc:cxnChg chg="mod ord">
          <ac:chgData name="Reimar Franke" userId="7f77c018-bd59-416f-ab47-819b19fe7820" providerId="ADAL" clId="{C9EF2DBE-2831-4294-9AF3-9781B8613360}" dt="2025-11-25T13:24:37.498" v="1624" actId="13244"/>
          <ac:cxnSpMkLst>
            <pc:docMk/>
            <pc:sldMk cId="3637540961" sldId="278"/>
            <ac:cxnSpMk id="17" creationId="{765F263F-49C4-6E9A-DE26-9B8F0569C340}"/>
          </ac:cxnSpMkLst>
        </pc:cxnChg>
        <pc:cxnChg chg="mod ord">
          <ac:chgData name="Reimar Franke" userId="7f77c018-bd59-416f-ab47-819b19fe7820" providerId="ADAL" clId="{C9EF2DBE-2831-4294-9AF3-9781B8613360}" dt="2025-11-25T13:24:39.052" v="1625" actId="13244"/>
          <ac:cxnSpMkLst>
            <pc:docMk/>
            <pc:sldMk cId="3637540961" sldId="278"/>
            <ac:cxnSpMk id="19" creationId="{DDF182C1-FF93-A785-0D9F-323522425BF7}"/>
          </ac:cxnSpMkLst>
        </pc:cxnChg>
        <pc:cxnChg chg="mod ord">
          <ac:chgData name="Reimar Franke" userId="7f77c018-bd59-416f-ab47-819b19fe7820" providerId="ADAL" clId="{C9EF2DBE-2831-4294-9AF3-9781B8613360}" dt="2025-11-25T13:24:46.434" v="1627" actId="14100"/>
          <ac:cxnSpMkLst>
            <pc:docMk/>
            <pc:sldMk cId="3637540961" sldId="278"/>
            <ac:cxnSpMk id="21" creationId="{0717F4B2-6765-EEEB-3BC3-9E19E24280BD}"/>
          </ac:cxnSpMkLst>
        </pc:cxnChg>
        <pc:cxnChg chg="mod ord modVis">
          <ac:chgData name="Reimar Franke" userId="7f77c018-bd59-416f-ab47-819b19fe7820" providerId="ADAL" clId="{C9EF2DBE-2831-4294-9AF3-9781B8613360}" dt="2025-11-25T13:24:49.240" v="1628" actId="14100"/>
          <ac:cxnSpMkLst>
            <pc:docMk/>
            <pc:sldMk cId="3637540961" sldId="278"/>
            <ac:cxnSpMk id="36" creationId="{0A2AFE0C-C188-F3CF-8C61-047BB9F98AA5}"/>
          </ac:cxnSpMkLst>
        </pc:cxnChg>
        <pc:cxnChg chg="mod ord modVis">
          <ac:chgData name="Reimar Franke" userId="7f77c018-bd59-416f-ab47-819b19fe7820" providerId="ADAL" clId="{C9EF2DBE-2831-4294-9AF3-9781B8613360}" dt="2025-11-25T13:20:18.729" v="1589" actId="962"/>
          <ac:cxnSpMkLst>
            <pc:docMk/>
            <pc:sldMk cId="3637540961" sldId="278"/>
            <ac:cxnSpMk id="44" creationId="{78B245B4-2980-FB26-3591-8E79E67620E5}"/>
          </ac:cxnSpMkLst>
        </pc:cxnChg>
        <pc:cxnChg chg="mod ord modVis">
          <ac:chgData name="Reimar Franke" userId="7f77c018-bd59-416f-ab47-819b19fe7820" providerId="ADAL" clId="{C9EF2DBE-2831-4294-9AF3-9781B8613360}" dt="2025-11-25T13:21:57.762" v="1601" actId="13244"/>
          <ac:cxnSpMkLst>
            <pc:docMk/>
            <pc:sldMk cId="3637540961" sldId="278"/>
            <ac:cxnSpMk id="47" creationId="{E6DD5C70-4C3B-6B5D-5FBD-26F80D639095}"/>
          </ac:cxnSpMkLst>
        </pc:cxnChg>
        <pc:cxnChg chg="mod ord modVis">
          <ac:chgData name="Reimar Franke" userId="7f77c018-bd59-416f-ab47-819b19fe7820" providerId="ADAL" clId="{C9EF2DBE-2831-4294-9AF3-9781B8613360}" dt="2025-11-25T13:21:56.194" v="1600" actId="13244"/>
          <ac:cxnSpMkLst>
            <pc:docMk/>
            <pc:sldMk cId="3637540961" sldId="278"/>
            <ac:cxnSpMk id="50" creationId="{A69C51C8-F6D3-DBFD-3C09-479042D7B1E4}"/>
          </ac:cxnSpMkLst>
        </pc:cxnChg>
        <pc:cxnChg chg="mod modVis">
          <ac:chgData name="Reimar Franke" userId="7f77c018-bd59-416f-ab47-819b19fe7820" providerId="ADAL" clId="{C9EF2DBE-2831-4294-9AF3-9781B8613360}" dt="2025-11-25T13:21:36.949" v="1597" actId="962"/>
          <ac:cxnSpMkLst>
            <pc:docMk/>
            <pc:sldMk cId="3637540961" sldId="278"/>
            <ac:cxnSpMk id="53" creationId="{C18865A8-4014-33B3-F25E-242646CD7C88}"/>
          </ac:cxnSpMkLst>
        </pc:cxnChg>
        <pc:cxnChg chg="mod modVis">
          <ac:chgData name="Reimar Franke" userId="7f77c018-bd59-416f-ab47-819b19fe7820" providerId="ADAL" clId="{C9EF2DBE-2831-4294-9AF3-9781B8613360}" dt="2025-11-25T13:21:30.568" v="1596" actId="962"/>
          <ac:cxnSpMkLst>
            <pc:docMk/>
            <pc:sldMk cId="3637540961" sldId="278"/>
            <ac:cxnSpMk id="56" creationId="{680482DA-7103-5450-815F-6C3886E78143}"/>
          </ac:cxnSpMkLst>
        </pc:cxnChg>
        <pc:cxnChg chg="mod modVis">
          <ac:chgData name="Reimar Franke" userId="7f77c018-bd59-416f-ab47-819b19fe7820" providerId="ADAL" clId="{C9EF2DBE-2831-4294-9AF3-9781B8613360}" dt="2025-11-25T13:21:22.297" v="1595" actId="962"/>
          <ac:cxnSpMkLst>
            <pc:docMk/>
            <pc:sldMk cId="3637540961" sldId="278"/>
            <ac:cxnSpMk id="59" creationId="{D27B9CA5-D4B8-B8DD-D18E-2197E847B9B6}"/>
          </ac:cxnSpMkLst>
        </pc:cxnChg>
        <pc:cxnChg chg="mod ord modVis">
          <ac:chgData name="Reimar Franke" userId="7f77c018-bd59-416f-ab47-819b19fe7820" providerId="ADAL" clId="{C9EF2DBE-2831-4294-9AF3-9781B8613360}" dt="2025-11-25T13:20:12.409" v="1588" actId="962"/>
          <ac:cxnSpMkLst>
            <pc:docMk/>
            <pc:sldMk cId="3637540961" sldId="278"/>
            <ac:cxnSpMk id="62" creationId="{3C85A12B-A565-AD13-B5AD-5C05BE585E27}"/>
          </ac:cxnSpMkLst>
        </pc:cxnChg>
        <pc:cxnChg chg="mod">
          <ac:chgData name="Reimar Franke" userId="7f77c018-bd59-416f-ab47-819b19fe7820" providerId="ADAL" clId="{C9EF2DBE-2831-4294-9AF3-9781B8613360}" dt="2025-11-25T13:21:11.337" v="1594" actId="962"/>
          <ac:cxnSpMkLst>
            <pc:docMk/>
            <pc:sldMk cId="3637540961" sldId="278"/>
            <ac:cxnSpMk id="65" creationId="{747B171C-CA36-3C53-CCC1-880DC353D3DA}"/>
          </ac:cxnSpMkLst>
        </pc:cxnChg>
        <pc:cxnChg chg="mod ord modVis">
          <ac:chgData name="Reimar Franke" userId="7f77c018-bd59-416f-ab47-819b19fe7820" providerId="ADAL" clId="{C9EF2DBE-2831-4294-9AF3-9781B8613360}" dt="2025-11-25T13:20:07.550" v="1587" actId="962"/>
          <ac:cxnSpMkLst>
            <pc:docMk/>
            <pc:sldMk cId="3637540961" sldId="278"/>
            <ac:cxnSpMk id="68" creationId="{A3D4E3D0-35E6-262D-851D-C28791E9F830}"/>
          </ac:cxnSpMkLst>
        </pc:cxnChg>
        <pc:cxnChg chg="mod modVis">
          <ac:chgData name="Reimar Franke" userId="7f77c018-bd59-416f-ab47-819b19fe7820" providerId="ADAL" clId="{C9EF2DBE-2831-4294-9AF3-9781B8613360}" dt="2025-11-25T13:20:56.997" v="1593" actId="962"/>
          <ac:cxnSpMkLst>
            <pc:docMk/>
            <pc:sldMk cId="3637540961" sldId="278"/>
            <ac:cxnSpMk id="71" creationId="{6442B8E2-6A27-8D6E-BA33-71CCCC6CFECD}"/>
          </ac:cxnSpMkLst>
        </pc:cxnChg>
        <pc:cxnChg chg="mod modVis">
          <ac:chgData name="Reimar Franke" userId="7f77c018-bd59-416f-ab47-819b19fe7820" providerId="ADAL" clId="{C9EF2DBE-2831-4294-9AF3-9781B8613360}" dt="2025-11-25T13:20:41.857" v="1591" actId="962"/>
          <ac:cxnSpMkLst>
            <pc:docMk/>
            <pc:sldMk cId="3637540961" sldId="278"/>
            <ac:cxnSpMk id="74" creationId="{81741656-CF7D-39F5-BE47-3AD08F91596A}"/>
          </ac:cxnSpMkLst>
        </pc:cxnChg>
        <pc:cxnChg chg="mod modVis">
          <ac:chgData name="Reimar Franke" userId="7f77c018-bd59-416f-ab47-819b19fe7820" providerId="ADAL" clId="{C9EF2DBE-2831-4294-9AF3-9781B8613360}" dt="2025-11-25T13:20:46.538" v="1592" actId="962"/>
          <ac:cxnSpMkLst>
            <pc:docMk/>
            <pc:sldMk cId="3637540961" sldId="278"/>
            <ac:cxnSpMk id="77" creationId="{E289434C-0ED4-B029-092C-B8196D3BC0C2}"/>
          </ac:cxnSpMkLst>
        </pc:cxnChg>
      </pc:sldChg>
      <pc:sldChg chg="addSp delSp modSp add mod ord modAnim">
        <pc:chgData name="Reimar Franke" userId="7f77c018-bd59-416f-ab47-819b19fe7820" providerId="ADAL" clId="{C9EF2DBE-2831-4294-9AF3-9781B8613360}" dt="2025-11-25T15:29:02.674" v="3287" actId="20577"/>
        <pc:sldMkLst>
          <pc:docMk/>
          <pc:sldMk cId="2839675400" sldId="279"/>
        </pc:sldMkLst>
        <pc:spChg chg="mod">
          <ac:chgData name="Reimar Franke" userId="7f77c018-bd59-416f-ab47-819b19fe7820" providerId="ADAL" clId="{C9EF2DBE-2831-4294-9AF3-9781B8613360}" dt="2025-11-25T13:34:25.706" v="1696" actId="164"/>
          <ac:spMkLst>
            <pc:docMk/>
            <pc:sldMk cId="2839675400" sldId="279"/>
            <ac:spMk id="4" creationId="{B1728867-C1C3-5A38-1F66-ED3869CDE70C}"/>
          </ac:spMkLst>
        </pc:spChg>
        <pc:spChg chg="mod">
          <ac:chgData name="Reimar Franke" userId="7f77c018-bd59-416f-ab47-819b19fe7820" providerId="ADAL" clId="{C9EF2DBE-2831-4294-9AF3-9781B8613360}" dt="2025-11-25T15:29:02.674" v="3287" actId="20577"/>
          <ac:spMkLst>
            <pc:docMk/>
            <pc:sldMk cId="2839675400" sldId="279"/>
            <ac:spMk id="5" creationId="{39C9D2D2-44E6-3B0C-04D4-EF5013FB1131}"/>
          </ac:spMkLst>
        </pc:spChg>
        <pc:spChg chg="mod">
          <ac:chgData name="Reimar Franke" userId="7f77c018-bd59-416f-ab47-819b19fe7820" providerId="ADAL" clId="{C9EF2DBE-2831-4294-9AF3-9781B8613360}" dt="2025-11-25T13:34:25.706" v="1696" actId="164"/>
          <ac:spMkLst>
            <pc:docMk/>
            <pc:sldMk cId="2839675400" sldId="279"/>
            <ac:spMk id="8" creationId="{1C06635B-E9B2-C548-B9DB-AD6BE9EAD193}"/>
          </ac:spMkLst>
        </pc:spChg>
        <pc:spChg chg="mod">
          <ac:chgData name="Reimar Franke" userId="7f77c018-bd59-416f-ab47-819b19fe7820" providerId="ADAL" clId="{C9EF2DBE-2831-4294-9AF3-9781B8613360}" dt="2025-11-25T13:34:25.706" v="1696" actId="164"/>
          <ac:spMkLst>
            <pc:docMk/>
            <pc:sldMk cId="2839675400" sldId="279"/>
            <ac:spMk id="14" creationId="{6FC5D53D-35B3-D8BE-93A2-93D07F7BE5B4}"/>
          </ac:spMkLst>
        </pc:spChg>
        <pc:spChg chg="mod">
          <ac:chgData name="Reimar Franke" userId="7f77c018-bd59-416f-ab47-819b19fe7820" providerId="ADAL" clId="{C9EF2DBE-2831-4294-9AF3-9781B8613360}" dt="2025-11-25T13:34:25.706" v="1696" actId="164"/>
          <ac:spMkLst>
            <pc:docMk/>
            <pc:sldMk cId="2839675400" sldId="279"/>
            <ac:spMk id="15" creationId="{4F80C47B-E702-1039-5D4E-1BAEC4C96D41}"/>
          </ac:spMkLst>
        </pc:spChg>
        <pc:spChg chg="mod">
          <ac:chgData name="Reimar Franke" userId="7f77c018-bd59-416f-ab47-819b19fe7820" providerId="ADAL" clId="{C9EF2DBE-2831-4294-9AF3-9781B8613360}" dt="2025-11-25T13:34:25.706" v="1696" actId="164"/>
          <ac:spMkLst>
            <pc:docMk/>
            <pc:sldMk cId="2839675400" sldId="279"/>
            <ac:spMk id="24" creationId="{984B3E16-B6B1-E698-E653-3105E5E3D6E4}"/>
          </ac:spMkLst>
        </pc:spChg>
        <pc:spChg chg="mod">
          <ac:chgData name="Reimar Franke" userId="7f77c018-bd59-416f-ab47-819b19fe7820" providerId="ADAL" clId="{C9EF2DBE-2831-4294-9AF3-9781B8613360}" dt="2025-11-25T13:34:25.706" v="1696" actId="164"/>
          <ac:spMkLst>
            <pc:docMk/>
            <pc:sldMk cId="2839675400" sldId="279"/>
            <ac:spMk id="25" creationId="{3DD78BAD-290C-6529-0D05-D946EF7C1CC8}"/>
          </ac:spMkLst>
        </pc:spChg>
        <pc:spChg chg="mod">
          <ac:chgData name="Reimar Franke" userId="7f77c018-bd59-416f-ab47-819b19fe7820" providerId="ADAL" clId="{C9EF2DBE-2831-4294-9AF3-9781B8613360}" dt="2025-11-25T13:34:25.706" v="1696" actId="164"/>
          <ac:spMkLst>
            <pc:docMk/>
            <pc:sldMk cId="2839675400" sldId="279"/>
            <ac:spMk id="26" creationId="{7597D776-1553-E668-B180-5044CC48170B}"/>
          </ac:spMkLst>
        </pc:spChg>
        <pc:spChg chg="mod">
          <ac:chgData name="Reimar Franke" userId="7f77c018-bd59-416f-ab47-819b19fe7820" providerId="ADAL" clId="{C9EF2DBE-2831-4294-9AF3-9781B8613360}" dt="2025-11-25T13:34:25.706" v="1696" actId="164"/>
          <ac:spMkLst>
            <pc:docMk/>
            <pc:sldMk cId="2839675400" sldId="279"/>
            <ac:spMk id="27" creationId="{A8C22E84-9D33-9025-0A6E-4B20F72379CD}"/>
          </ac:spMkLst>
        </pc:spChg>
        <pc:spChg chg="mod">
          <ac:chgData name="Reimar Franke" userId="7f77c018-bd59-416f-ab47-819b19fe7820" providerId="ADAL" clId="{C9EF2DBE-2831-4294-9AF3-9781B8613360}" dt="2025-11-25T13:34:25.706" v="1696" actId="164"/>
          <ac:spMkLst>
            <pc:docMk/>
            <pc:sldMk cId="2839675400" sldId="279"/>
            <ac:spMk id="29" creationId="{5F80B005-61C1-C0AE-558D-61A86B590527}"/>
          </ac:spMkLst>
        </pc:spChg>
        <pc:spChg chg="mod">
          <ac:chgData name="Reimar Franke" userId="7f77c018-bd59-416f-ab47-819b19fe7820" providerId="ADAL" clId="{C9EF2DBE-2831-4294-9AF3-9781B8613360}" dt="2025-11-25T13:34:25.706" v="1696" actId="164"/>
          <ac:spMkLst>
            <pc:docMk/>
            <pc:sldMk cId="2839675400" sldId="279"/>
            <ac:spMk id="30" creationId="{B933C034-EDDF-9804-1F25-18CED2BA84E7}"/>
          </ac:spMkLst>
        </pc:spChg>
        <pc:spChg chg="del">
          <ac:chgData name="Reimar Franke" userId="7f77c018-bd59-416f-ab47-819b19fe7820" providerId="ADAL" clId="{C9EF2DBE-2831-4294-9AF3-9781B8613360}" dt="2025-11-25T13:33:00.867" v="1691" actId="478"/>
          <ac:spMkLst>
            <pc:docMk/>
            <pc:sldMk cId="2839675400" sldId="279"/>
            <ac:spMk id="31" creationId="{078F0FFB-D457-3223-F5B4-5FCBF11A82FD}"/>
          </ac:spMkLst>
        </pc:spChg>
        <pc:graphicFrameChg chg="del">
          <ac:chgData name="Reimar Franke" userId="7f77c018-bd59-416f-ab47-819b19fe7820" providerId="ADAL" clId="{C9EF2DBE-2831-4294-9AF3-9781B8613360}" dt="2025-11-25T13:32:59.116" v="1690" actId="478"/>
          <ac:graphicFrameMkLst>
            <pc:docMk/>
            <pc:sldMk cId="2839675400" sldId="279"/>
            <ac:graphicFrameMk id="34" creationId="{9237FE1D-D7DE-00CC-8A7C-94A6D53BC904}"/>
          </ac:graphicFrameMkLst>
        </pc:graphicFrameChg>
      </pc:sldChg>
      <pc:sldChg chg="del">
        <pc:chgData name="Reimar Franke" userId="7f77c018-bd59-416f-ab47-819b19fe7820" providerId="ADAL" clId="{C9EF2DBE-2831-4294-9AF3-9781B8613360}" dt="2025-11-25T12:13:05.389" v="63" actId="2696"/>
        <pc:sldMkLst>
          <pc:docMk/>
          <pc:sldMk cId="2864946244" sldId="279"/>
        </pc:sldMkLst>
      </pc:sldChg>
      <pc:sldChg chg="addSp delSp modSp add mod modNotesTx">
        <pc:chgData name="Reimar Franke" userId="7f77c018-bd59-416f-ab47-819b19fe7820" providerId="ADAL" clId="{C9EF2DBE-2831-4294-9AF3-9781B8613360}" dt="2025-11-25T15:31:14.651" v="3344" actId="20577"/>
        <pc:sldMkLst>
          <pc:docMk/>
          <pc:sldMk cId="2897229040" sldId="280"/>
        </pc:sldMkLst>
        <pc:spChg chg="mod">
          <ac:chgData name="Reimar Franke" userId="7f77c018-bd59-416f-ab47-819b19fe7820" providerId="ADAL" clId="{C9EF2DBE-2831-4294-9AF3-9781B8613360}" dt="2025-11-25T15:31:14.651" v="3344" actId="20577"/>
          <ac:spMkLst>
            <pc:docMk/>
            <pc:sldMk cId="2897229040" sldId="280"/>
            <ac:spMk id="5" creationId="{BC3F74EE-3681-4C68-4B0A-2DEE4D28743A}"/>
          </ac:spMkLst>
        </pc:spChg>
        <pc:spChg chg="add mod">
          <ac:chgData name="Reimar Franke" userId="7f77c018-bd59-416f-ab47-819b19fe7820" providerId="ADAL" clId="{C9EF2DBE-2831-4294-9AF3-9781B8613360}" dt="2025-11-25T13:51:08.247" v="2023"/>
          <ac:spMkLst>
            <pc:docMk/>
            <pc:sldMk cId="2897229040" sldId="280"/>
            <ac:spMk id="7" creationId="{57763F24-D6B3-F94D-3532-8F726F384611}"/>
          </ac:spMkLst>
        </pc:spChg>
        <pc:spChg chg="del">
          <ac:chgData name="Reimar Franke" userId="7f77c018-bd59-416f-ab47-819b19fe7820" providerId="ADAL" clId="{C9EF2DBE-2831-4294-9AF3-9781B8613360}" dt="2025-11-25T13:51:07.833" v="2022" actId="478"/>
          <ac:spMkLst>
            <pc:docMk/>
            <pc:sldMk cId="2897229040" sldId="280"/>
            <ac:spMk id="12" creationId="{567B0560-A64E-EAFE-581D-3B477985C42B}"/>
          </ac:spMkLst>
        </pc:spChg>
        <pc:spChg chg="del">
          <ac:chgData name="Reimar Franke" userId="7f77c018-bd59-416f-ab47-819b19fe7820" providerId="ADAL" clId="{C9EF2DBE-2831-4294-9AF3-9781B8613360}" dt="2025-11-25T13:51:07.833" v="2022" actId="478"/>
          <ac:spMkLst>
            <pc:docMk/>
            <pc:sldMk cId="2897229040" sldId="280"/>
            <ac:spMk id="13" creationId="{2D2BB29E-4A30-5390-08B6-A7A3AE16D84B}"/>
          </ac:spMkLst>
        </pc:spChg>
        <pc:spChg chg="add mod">
          <ac:chgData name="Reimar Franke" userId="7f77c018-bd59-416f-ab47-819b19fe7820" providerId="ADAL" clId="{C9EF2DBE-2831-4294-9AF3-9781B8613360}" dt="2025-11-25T13:51:08.247" v="2023"/>
          <ac:spMkLst>
            <pc:docMk/>
            <pc:sldMk cId="2897229040" sldId="280"/>
            <ac:spMk id="16" creationId="{C88A4B4E-735C-30BA-061C-F59A6AFABEB0}"/>
          </ac:spMkLst>
        </pc:spChg>
        <pc:spChg chg="mod">
          <ac:chgData name="Reimar Franke" userId="7f77c018-bd59-416f-ab47-819b19fe7820" providerId="ADAL" clId="{C9EF2DBE-2831-4294-9AF3-9781B8613360}" dt="2025-11-25T13:54:12.717" v="2286"/>
          <ac:spMkLst>
            <pc:docMk/>
            <pc:sldMk cId="2897229040" sldId="280"/>
            <ac:spMk id="20" creationId="{A423BF03-585F-0505-4FA2-F86F030A6A53}"/>
          </ac:spMkLst>
        </pc:spChg>
        <pc:spChg chg="mod">
          <ac:chgData name="Reimar Franke" userId="7f77c018-bd59-416f-ab47-819b19fe7820" providerId="ADAL" clId="{C9EF2DBE-2831-4294-9AF3-9781B8613360}" dt="2025-11-25T13:54:12.717" v="2286"/>
          <ac:spMkLst>
            <pc:docMk/>
            <pc:sldMk cId="2897229040" sldId="280"/>
            <ac:spMk id="22" creationId="{7E707BFC-6D25-B017-946B-CA64501E01FF}"/>
          </ac:spMkLst>
        </pc:spChg>
        <pc:spChg chg="mod">
          <ac:chgData name="Reimar Franke" userId="7f77c018-bd59-416f-ab47-819b19fe7820" providerId="ADAL" clId="{C9EF2DBE-2831-4294-9AF3-9781B8613360}" dt="2025-11-25T13:54:12.717" v="2286"/>
          <ac:spMkLst>
            <pc:docMk/>
            <pc:sldMk cId="2897229040" sldId="280"/>
            <ac:spMk id="23" creationId="{D4071337-23A3-BD02-48D0-9D97BB2CF4B5}"/>
          </ac:spMkLst>
        </pc:spChg>
        <pc:spChg chg="mod">
          <ac:chgData name="Reimar Franke" userId="7f77c018-bd59-416f-ab47-819b19fe7820" providerId="ADAL" clId="{C9EF2DBE-2831-4294-9AF3-9781B8613360}" dt="2025-11-25T13:54:12.717" v="2286"/>
          <ac:spMkLst>
            <pc:docMk/>
            <pc:sldMk cId="2897229040" sldId="280"/>
            <ac:spMk id="32" creationId="{CDC2A85B-71B1-E82E-BD76-AFBA68FF5BAD}"/>
          </ac:spMkLst>
        </pc:spChg>
        <pc:spChg chg="mod">
          <ac:chgData name="Reimar Franke" userId="7f77c018-bd59-416f-ab47-819b19fe7820" providerId="ADAL" clId="{C9EF2DBE-2831-4294-9AF3-9781B8613360}" dt="2025-11-25T14:47:05.184" v="2567" actId="20577"/>
          <ac:spMkLst>
            <pc:docMk/>
            <pc:sldMk cId="2897229040" sldId="280"/>
            <ac:spMk id="37" creationId="{FB3FE4DB-164E-3407-7ACD-4140ADE378CD}"/>
          </ac:spMkLst>
        </pc:spChg>
        <pc:spChg chg="del">
          <ac:chgData name="Reimar Franke" userId="7f77c018-bd59-416f-ab47-819b19fe7820" providerId="ADAL" clId="{C9EF2DBE-2831-4294-9AF3-9781B8613360}" dt="2025-11-25T13:54:26.250" v="2287" actId="478"/>
          <ac:spMkLst>
            <pc:docMk/>
            <pc:sldMk cId="2897229040" sldId="280"/>
            <ac:spMk id="40" creationId="{408EBF47-35F3-93AF-789F-188FEA1B5D67}"/>
          </ac:spMkLst>
        </pc:spChg>
        <pc:spChg chg="mod">
          <ac:chgData name="Reimar Franke" userId="7f77c018-bd59-416f-ab47-819b19fe7820" providerId="ADAL" clId="{C9EF2DBE-2831-4294-9AF3-9781B8613360}" dt="2025-11-25T13:54:12.717" v="2286"/>
          <ac:spMkLst>
            <pc:docMk/>
            <pc:sldMk cId="2897229040" sldId="280"/>
            <ac:spMk id="41" creationId="{BD6D3A9C-8E1F-84B8-5B2A-5E83DB033B8A}"/>
          </ac:spMkLst>
        </pc:spChg>
        <pc:spChg chg="mod">
          <ac:chgData name="Reimar Franke" userId="7f77c018-bd59-416f-ab47-819b19fe7820" providerId="ADAL" clId="{C9EF2DBE-2831-4294-9AF3-9781B8613360}" dt="2025-11-25T13:54:12.717" v="2286"/>
          <ac:spMkLst>
            <pc:docMk/>
            <pc:sldMk cId="2897229040" sldId="280"/>
            <ac:spMk id="43" creationId="{A54FC4E9-AD6A-061E-7EFE-EC1410F0AAD6}"/>
          </ac:spMkLst>
        </pc:spChg>
        <pc:spChg chg="mod">
          <ac:chgData name="Reimar Franke" userId="7f77c018-bd59-416f-ab47-819b19fe7820" providerId="ADAL" clId="{C9EF2DBE-2831-4294-9AF3-9781B8613360}" dt="2025-11-25T13:54:12.717" v="2286"/>
          <ac:spMkLst>
            <pc:docMk/>
            <pc:sldMk cId="2897229040" sldId="280"/>
            <ac:spMk id="44" creationId="{2F55003E-4566-3D37-8C33-B072735AA83E}"/>
          </ac:spMkLst>
        </pc:spChg>
        <pc:spChg chg="mod">
          <ac:chgData name="Reimar Franke" userId="7f77c018-bd59-416f-ab47-819b19fe7820" providerId="ADAL" clId="{C9EF2DBE-2831-4294-9AF3-9781B8613360}" dt="2025-11-25T13:54:12.717" v="2286"/>
          <ac:spMkLst>
            <pc:docMk/>
            <pc:sldMk cId="2897229040" sldId="280"/>
            <ac:spMk id="45" creationId="{1F6958BB-7169-01C9-297C-B2EF963C4E6F}"/>
          </ac:spMkLst>
        </pc:spChg>
        <pc:spChg chg="mod">
          <ac:chgData name="Reimar Franke" userId="7f77c018-bd59-416f-ab47-819b19fe7820" providerId="ADAL" clId="{C9EF2DBE-2831-4294-9AF3-9781B8613360}" dt="2025-11-25T13:54:12.717" v="2286"/>
          <ac:spMkLst>
            <pc:docMk/>
            <pc:sldMk cId="2897229040" sldId="280"/>
            <ac:spMk id="46" creationId="{7A5ED567-5204-3F13-3921-36DB458AF675}"/>
          </ac:spMkLst>
        </pc:spChg>
        <pc:spChg chg="mod">
          <ac:chgData name="Reimar Franke" userId="7f77c018-bd59-416f-ab47-819b19fe7820" providerId="ADAL" clId="{C9EF2DBE-2831-4294-9AF3-9781B8613360}" dt="2025-11-25T13:54:12.717" v="2286"/>
          <ac:spMkLst>
            <pc:docMk/>
            <pc:sldMk cId="2897229040" sldId="280"/>
            <ac:spMk id="47" creationId="{61178260-3252-9E2E-CB4F-314136FE5CD7}"/>
          </ac:spMkLst>
        </pc:spChg>
        <pc:grpChg chg="del">
          <ac:chgData name="Reimar Franke" userId="7f77c018-bd59-416f-ab47-819b19fe7820" providerId="ADAL" clId="{C9EF2DBE-2831-4294-9AF3-9781B8613360}" dt="2025-11-25T13:54:12.317" v="2285" actId="478"/>
          <ac:grpSpMkLst>
            <pc:docMk/>
            <pc:sldMk cId="2897229040" sldId="280"/>
            <ac:grpSpMk id="35" creationId="{39360239-1A64-C572-0618-5395E94F600B}"/>
          </ac:grpSpMkLst>
        </pc:grpChg>
        <pc:picChg chg="del">
          <ac:chgData name="Reimar Franke" userId="7f77c018-bd59-416f-ab47-819b19fe7820" providerId="ADAL" clId="{C9EF2DBE-2831-4294-9AF3-9781B8613360}" dt="2025-11-25T13:54:26.988" v="2288" actId="478"/>
          <ac:picMkLst>
            <pc:docMk/>
            <pc:sldMk cId="2897229040" sldId="280"/>
            <ac:picMk id="39" creationId="{4278ED7E-94BB-9041-6C06-56B0C43FA14A}"/>
          </ac:picMkLst>
        </pc:picChg>
        <pc:cxnChg chg="mod">
          <ac:chgData name="Reimar Franke" userId="7f77c018-bd59-416f-ab47-819b19fe7820" providerId="ADAL" clId="{C9EF2DBE-2831-4294-9AF3-9781B8613360}" dt="2025-11-25T13:54:12.317" v="2285" actId="478"/>
          <ac:cxnSpMkLst>
            <pc:docMk/>
            <pc:sldMk cId="2897229040" sldId="280"/>
            <ac:cxnSpMk id="17" creationId="{E1BED30F-8731-75A6-E15E-5A22A8F529F6}"/>
          </ac:cxnSpMkLst>
        </pc:cxnChg>
        <pc:cxnChg chg="mod">
          <ac:chgData name="Reimar Franke" userId="7f77c018-bd59-416f-ab47-819b19fe7820" providerId="ADAL" clId="{C9EF2DBE-2831-4294-9AF3-9781B8613360}" dt="2025-11-25T13:54:12.317" v="2285" actId="478"/>
          <ac:cxnSpMkLst>
            <pc:docMk/>
            <pc:sldMk cId="2897229040" sldId="280"/>
            <ac:cxnSpMk id="19" creationId="{0AD195F2-943E-E0DE-4F6D-E8C1DCE6205A}"/>
          </ac:cxnSpMkLst>
        </pc:cxnChg>
        <pc:cxnChg chg="mod">
          <ac:chgData name="Reimar Franke" userId="7f77c018-bd59-416f-ab47-819b19fe7820" providerId="ADAL" clId="{C9EF2DBE-2831-4294-9AF3-9781B8613360}" dt="2025-11-25T13:54:12.317" v="2285" actId="478"/>
          <ac:cxnSpMkLst>
            <pc:docMk/>
            <pc:sldMk cId="2897229040" sldId="280"/>
            <ac:cxnSpMk id="21" creationId="{540C59FF-2E86-F937-AE6E-DC826AA3F435}"/>
          </ac:cxnSpMkLst>
        </pc:cxnChg>
      </pc:sldChg>
      <pc:sldChg chg="addSp delSp modSp add mod ord modNotesTx">
        <pc:chgData name="Reimar Franke" userId="7f77c018-bd59-416f-ab47-819b19fe7820" providerId="ADAL" clId="{C9EF2DBE-2831-4294-9AF3-9781B8613360}" dt="2025-11-25T16:15:59.026" v="4547" actId="20577"/>
        <pc:sldMkLst>
          <pc:docMk/>
          <pc:sldMk cId="2638854331" sldId="281"/>
        </pc:sldMkLst>
        <pc:spChg chg="mod">
          <ac:chgData name="Reimar Franke" userId="7f77c018-bd59-416f-ab47-819b19fe7820" providerId="ADAL" clId="{C9EF2DBE-2831-4294-9AF3-9781B8613360}" dt="2025-11-25T15:29:30.041" v="3327" actId="20577"/>
          <ac:spMkLst>
            <pc:docMk/>
            <pc:sldMk cId="2638854331" sldId="281"/>
            <ac:spMk id="5" creationId="{5A320455-CC6C-3928-6DF3-D09AB1031F3E}"/>
          </ac:spMkLst>
        </pc:spChg>
        <pc:spChg chg="add mod">
          <ac:chgData name="Reimar Franke" userId="7f77c018-bd59-416f-ab47-819b19fe7820" providerId="ADAL" clId="{C9EF2DBE-2831-4294-9AF3-9781B8613360}" dt="2025-11-25T15:04:35.117" v="2939" actId="1076"/>
          <ac:spMkLst>
            <pc:docMk/>
            <pc:sldMk cId="2638854331" sldId="281"/>
            <ac:spMk id="7" creationId="{74ECEE26-FE45-6945-72DE-F8B22DCAB776}"/>
          </ac:spMkLst>
        </pc:spChg>
        <pc:spChg chg="mod">
          <ac:chgData name="Reimar Franke" userId="7f77c018-bd59-416f-ab47-819b19fe7820" providerId="ADAL" clId="{C9EF2DBE-2831-4294-9AF3-9781B8613360}" dt="2025-11-25T14:56:53.378" v="2847" actId="20577"/>
          <ac:spMkLst>
            <pc:docMk/>
            <pc:sldMk cId="2638854331" sldId="281"/>
            <ac:spMk id="37" creationId="{2C33017D-4957-5CEC-8327-1C3A3F08A9A9}"/>
          </ac:spMkLst>
        </pc:spChg>
        <pc:spChg chg="del">
          <ac:chgData name="Reimar Franke" userId="7f77c018-bd59-416f-ab47-819b19fe7820" providerId="ADAL" clId="{C9EF2DBE-2831-4294-9AF3-9781B8613360}" dt="2025-11-25T14:54:01.109" v="2775" actId="478"/>
          <ac:spMkLst>
            <pc:docMk/>
            <pc:sldMk cId="2638854331" sldId="281"/>
            <ac:spMk id="40" creationId="{52448EB0-0B41-BB2C-7D16-98342BA7D37F}"/>
          </ac:spMkLst>
        </pc:spChg>
        <pc:picChg chg="add mod">
          <ac:chgData name="Reimar Franke" userId="7f77c018-bd59-416f-ab47-819b19fe7820" providerId="ADAL" clId="{C9EF2DBE-2831-4294-9AF3-9781B8613360}" dt="2025-11-25T15:06:37.630" v="2952" actId="1076"/>
          <ac:picMkLst>
            <pc:docMk/>
            <pc:sldMk cId="2638854331" sldId="281"/>
            <ac:picMk id="18" creationId="{781FFE8C-FA5D-D3DB-18C4-89B8D1452CE5}"/>
          </ac:picMkLst>
        </pc:picChg>
        <pc:picChg chg="del">
          <ac:chgData name="Reimar Franke" userId="7f77c018-bd59-416f-ab47-819b19fe7820" providerId="ADAL" clId="{C9EF2DBE-2831-4294-9AF3-9781B8613360}" dt="2025-11-25T14:54:02.147" v="2776" actId="478"/>
          <ac:picMkLst>
            <pc:docMk/>
            <pc:sldMk cId="2638854331" sldId="281"/>
            <ac:picMk id="39" creationId="{73963A6A-A1EC-D1F5-9E98-894CAD21D211}"/>
          </ac:picMkLst>
        </pc:picChg>
      </pc:sldChg>
      <pc:sldChg chg="del">
        <pc:chgData name="Reimar Franke" userId="7f77c018-bd59-416f-ab47-819b19fe7820" providerId="ADAL" clId="{C9EF2DBE-2831-4294-9AF3-9781B8613360}" dt="2025-11-25T12:13:05.389" v="63" actId="2696"/>
        <pc:sldMkLst>
          <pc:docMk/>
          <pc:sldMk cId="1570262573" sldId="282"/>
        </pc:sldMkLst>
      </pc:sldChg>
      <pc:sldChg chg="modSp add mod">
        <pc:chgData name="Reimar Franke" userId="7f77c018-bd59-416f-ab47-819b19fe7820" providerId="ADAL" clId="{C9EF2DBE-2831-4294-9AF3-9781B8613360}" dt="2025-11-25T15:25:44.595" v="3100" actId="1035"/>
        <pc:sldMkLst>
          <pc:docMk/>
          <pc:sldMk cId="4039866034" sldId="282"/>
        </pc:sldMkLst>
        <pc:spChg chg="mod">
          <ac:chgData name="Reimar Franke" userId="7f77c018-bd59-416f-ab47-819b19fe7820" providerId="ADAL" clId="{C9EF2DBE-2831-4294-9AF3-9781B8613360}" dt="2025-11-25T15:19:54.527" v="2955" actId="693"/>
          <ac:spMkLst>
            <pc:docMk/>
            <pc:sldMk cId="4039866034" sldId="282"/>
            <ac:spMk id="7" creationId="{DE91103C-37BA-4972-B69D-2320E496928D}"/>
          </ac:spMkLst>
        </pc:spChg>
        <pc:spChg chg="mod">
          <ac:chgData name="Reimar Franke" userId="7f77c018-bd59-416f-ab47-819b19fe7820" providerId="ADAL" clId="{C9EF2DBE-2831-4294-9AF3-9781B8613360}" dt="2025-11-25T15:20:28.990" v="2958" actId="208"/>
          <ac:spMkLst>
            <pc:docMk/>
            <pc:sldMk cId="4039866034" sldId="282"/>
            <ac:spMk id="14" creationId="{B44EB0D0-639C-8DEC-9861-94C3ECC6C1F4}"/>
          </ac:spMkLst>
        </pc:spChg>
        <pc:spChg chg="mod">
          <ac:chgData name="Reimar Franke" userId="7f77c018-bd59-416f-ab47-819b19fe7820" providerId="ADAL" clId="{C9EF2DBE-2831-4294-9AF3-9781B8613360}" dt="2025-11-25T15:20:33.714" v="2959" actId="208"/>
          <ac:spMkLst>
            <pc:docMk/>
            <pc:sldMk cId="4039866034" sldId="282"/>
            <ac:spMk id="16" creationId="{290E318B-EAFC-D4F4-AD7D-827102E3B916}"/>
          </ac:spMkLst>
        </pc:spChg>
        <pc:spChg chg="mod">
          <ac:chgData name="Reimar Franke" userId="7f77c018-bd59-416f-ab47-819b19fe7820" providerId="ADAL" clId="{C9EF2DBE-2831-4294-9AF3-9781B8613360}" dt="2025-11-25T15:21:13.542" v="2965" actId="207"/>
          <ac:spMkLst>
            <pc:docMk/>
            <pc:sldMk cId="4039866034" sldId="282"/>
            <ac:spMk id="18" creationId="{CE71EACC-66E4-CEE2-5770-16A326DE82CB}"/>
          </ac:spMkLst>
        </pc:spChg>
        <pc:spChg chg="mod">
          <ac:chgData name="Reimar Franke" userId="7f77c018-bd59-416f-ab47-819b19fe7820" providerId="ADAL" clId="{C9EF2DBE-2831-4294-9AF3-9781B8613360}" dt="2025-11-25T15:21:08.501" v="2964" actId="207"/>
          <ac:spMkLst>
            <pc:docMk/>
            <pc:sldMk cId="4039866034" sldId="282"/>
            <ac:spMk id="20" creationId="{BCD93F41-84AE-1A2D-E6F3-502173B70AB5}"/>
          </ac:spMkLst>
        </pc:spChg>
        <pc:spChg chg="mod">
          <ac:chgData name="Reimar Franke" userId="7f77c018-bd59-416f-ab47-819b19fe7820" providerId="ADAL" clId="{C9EF2DBE-2831-4294-9AF3-9781B8613360}" dt="2025-11-25T15:25:44.595" v="3100" actId="1035"/>
          <ac:spMkLst>
            <pc:docMk/>
            <pc:sldMk cId="4039866034" sldId="282"/>
            <ac:spMk id="23" creationId="{BAC311A8-9033-B610-2152-C09EBDF2A37D}"/>
          </ac:spMkLst>
        </pc:spChg>
        <pc:spChg chg="mod">
          <ac:chgData name="Reimar Franke" userId="7f77c018-bd59-416f-ab47-819b19fe7820" providerId="ADAL" clId="{C9EF2DBE-2831-4294-9AF3-9781B8613360}" dt="2025-11-25T15:21:08.501" v="2964" actId="207"/>
          <ac:spMkLst>
            <pc:docMk/>
            <pc:sldMk cId="4039866034" sldId="282"/>
            <ac:spMk id="24" creationId="{605E48B8-0009-0E63-DA7D-3F46EA07E023}"/>
          </ac:spMkLst>
        </pc:spChg>
        <pc:spChg chg="mod">
          <ac:chgData name="Reimar Franke" userId="7f77c018-bd59-416f-ab47-819b19fe7820" providerId="ADAL" clId="{C9EF2DBE-2831-4294-9AF3-9781B8613360}" dt="2025-11-25T15:21:08.501" v="2964" actId="207"/>
          <ac:spMkLst>
            <pc:docMk/>
            <pc:sldMk cId="4039866034" sldId="282"/>
            <ac:spMk id="25" creationId="{814A1AC2-887D-1AEB-174D-0344AA2FE09D}"/>
          </ac:spMkLst>
        </pc:spChg>
        <pc:spChg chg="mod">
          <ac:chgData name="Reimar Franke" userId="7f77c018-bd59-416f-ab47-819b19fe7820" providerId="ADAL" clId="{C9EF2DBE-2831-4294-9AF3-9781B8613360}" dt="2025-11-25T15:21:08.501" v="2964" actId="207"/>
          <ac:spMkLst>
            <pc:docMk/>
            <pc:sldMk cId="4039866034" sldId="282"/>
            <ac:spMk id="26" creationId="{0612B0C3-285C-46F0-AD4D-1BC12578C411}"/>
          </ac:spMkLst>
        </pc:spChg>
        <pc:spChg chg="mod">
          <ac:chgData name="Reimar Franke" userId="7f77c018-bd59-416f-ab47-819b19fe7820" providerId="ADAL" clId="{C9EF2DBE-2831-4294-9AF3-9781B8613360}" dt="2025-11-25T15:22:15.274" v="2977" actId="207"/>
          <ac:spMkLst>
            <pc:docMk/>
            <pc:sldMk cId="4039866034" sldId="282"/>
            <ac:spMk id="31" creationId="{F2649EEA-7F1B-131D-7592-B91F2F91A8FC}"/>
          </ac:spMkLst>
        </pc:spChg>
        <pc:spChg chg="mod">
          <ac:chgData name="Reimar Franke" userId="7f77c018-bd59-416f-ab47-819b19fe7820" providerId="ADAL" clId="{C9EF2DBE-2831-4294-9AF3-9781B8613360}" dt="2025-11-25T15:21:46.453" v="2971" actId="1076"/>
          <ac:spMkLst>
            <pc:docMk/>
            <pc:sldMk cId="4039866034" sldId="282"/>
            <ac:spMk id="32" creationId="{8DD2B150-F7E1-6243-762F-43F636AD6D61}"/>
          </ac:spMkLst>
        </pc:spChg>
        <pc:spChg chg="mod">
          <ac:chgData name="Reimar Franke" userId="7f77c018-bd59-416f-ab47-819b19fe7820" providerId="ADAL" clId="{C9EF2DBE-2831-4294-9AF3-9781B8613360}" dt="2025-11-25T15:21:35.068" v="2969" actId="20577"/>
          <ac:spMkLst>
            <pc:docMk/>
            <pc:sldMk cId="4039866034" sldId="282"/>
            <ac:spMk id="33" creationId="{6F247701-BE93-09F2-E905-5D2D9F5DED74}"/>
          </ac:spMkLst>
        </pc:spChg>
        <pc:spChg chg="mod">
          <ac:chgData name="Reimar Franke" userId="7f77c018-bd59-416f-ab47-819b19fe7820" providerId="ADAL" clId="{C9EF2DBE-2831-4294-9AF3-9781B8613360}" dt="2025-11-25T15:21:23.557" v="2967" actId="20577"/>
          <ac:spMkLst>
            <pc:docMk/>
            <pc:sldMk cId="4039866034" sldId="282"/>
            <ac:spMk id="34" creationId="{74C8A198-EBC5-5A96-FF03-BA07EEF8686E}"/>
          </ac:spMkLst>
        </pc:spChg>
        <pc:spChg chg="mod">
          <ac:chgData name="Reimar Franke" userId="7f77c018-bd59-416f-ab47-819b19fe7820" providerId="ADAL" clId="{C9EF2DBE-2831-4294-9AF3-9781B8613360}" dt="2025-11-25T15:19:54.527" v="2955" actId="693"/>
          <ac:spMkLst>
            <pc:docMk/>
            <pc:sldMk cId="4039866034" sldId="282"/>
            <ac:spMk id="40" creationId="{0E926D2C-B56E-2768-18E9-95AF8407356B}"/>
          </ac:spMkLst>
        </pc:spChg>
        <pc:spChg chg="mod">
          <ac:chgData name="Reimar Franke" userId="7f77c018-bd59-416f-ab47-819b19fe7820" providerId="ADAL" clId="{C9EF2DBE-2831-4294-9AF3-9781B8613360}" dt="2025-11-25T15:19:54.527" v="2955" actId="693"/>
          <ac:spMkLst>
            <pc:docMk/>
            <pc:sldMk cId="4039866034" sldId="282"/>
            <ac:spMk id="41" creationId="{2EE594DC-2B1C-136F-CDFE-529D7B0C229F}"/>
          </ac:spMkLst>
        </pc:spChg>
        <pc:cxnChg chg="mod ord">
          <ac:chgData name="Reimar Franke" userId="7f77c018-bd59-416f-ab47-819b19fe7820" providerId="ADAL" clId="{C9EF2DBE-2831-4294-9AF3-9781B8613360}" dt="2025-11-25T15:20:49.514" v="2962" actId="13244"/>
          <ac:cxnSpMkLst>
            <pc:docMk/>
            <pc:sldMk cId="4039866034" sldId="282"/>
            <ac:cxnSpMk id="44" creationId="{25BCB45D-8C2C-0F0E-5F10-AE6528993E57}"/>
          </ac:cxnSpMkLst>
        </pc:cxnChg>
        <pc:cxnChg chg="mod ord">
          <ac:chgData name="Reimar Franke" userId="7f77c018-bd59-416f-ab47-819b19fe7820" providerId="ADAL" clId="{C9EF2DBE-2831-4294-9AF3-9781B8613360}" dt="2025-11-25T15:20:54.450" v="2963" actId="13244"/>
          <ac:cxnSpMkLst>
            <pc:docMk/>
            <pc:sldMk cId="4039866034" sldId="282"/>
            <ac:cxnSpMk id="47" creationId="{6A645824-23CE-9D77-58E7-91BE344E58BB}"/>
          </ac:cxnSpMkLst>
        </pc:cxnChg>
        <pc:cxnChg chg="mod ord">
          <ac:chgData name="Reimar Franke" userId="7f77c018-bd59-416f-ab47-819b19fe7820" providerId="ADAL" clId="{C9EF2DBE-2831-4294-9AF3-9781B8613360}" dt="2025-11-25T15:20:54.450" v="2963" actId="13244"/>
          <ac:cxnSpMkLst>
            <pc:docMk/>
            <pc:sldMk cId="4039866034" sldId="282"/>
            <ac:cxnSpMk id="53" creationId="{9078A957-FDE4-6412-21DA-AD516E245C6E}"/>
          </ac:cxnSpMkLst>
        </pc:cxnChg>
        <pc:cxnChg chg="mod ord">
          <ac:chgData name="Reimar Franke" userId="7f77c018-bd59-416f-ab47-819b19fe7820" providerId="ADAL" clId="{C9EF2DBE-2831-4294-9AF3-9781B8613360}" dt="2025-11-25T15:20:47.234" v="2961" actId="13244"/>
          <ac:cxnSpMkLst>
            <pc:docMk/>
            <pc:sldMk cId="4039866034" sldId="282"/>
            <ac:cxnSpMk id="62" creationId="{AD552EA2-ED47-478B-B4C1-CFB33612CDF9}"/>
          </ac:cxnSpMkLst>
        </pc:cxnChg>
        <pc:cxnChg chg="mod ord">
          <ac:chgData name="Reimar Franke" userId="7f77c018-bd59-416f-ab47-819b19fe7820" providerId="ADAL" clId="{C9EF2DBE-2831-4294-9AF3-9781B8613360}" dt="2025-11-25T15:20:44.069" v="2960" actId="13244"/>
          <ac:cxnSpMkLst>
            <pc:docMk/>
            <pc:sldMk cId="4039866034" sldId="282"/>
            <ac:cxnSpMk id="68" creationId="{3E8F3023-40D6-A356-64FA-2AC40A25AE13}"/>
          </ac:cxnSpMkLst>
        </pc:cxnChg>
        <pc:cxnChg chg="mod ord">
          <ac:chgData name="Reimar Franke" userId="7f77c018-bd59-416f-ab47-819b19fe7820" providerId="ADAL" clId="{C9EF2DBE-2831-4294-9AF3-9781B8613360}" dt="2025-11-25T15:20:54.450" v="2963" actId="13244"/>
          <ac:cxnSpMkLst>
            <pc:docMk/>
            <pc:sldMk cId="4039866034" sldId="282"/>
            <ac:cxnSpMk id="71" creationId="{55AC06E8-59A2-2D34-A9A6-244459BF262A}"/>
          </ac:cxnSpMkLst>
        </pc:cxnChg>
      </pc:sldChg>
      <pc:sldChg chg="addSp delSp modSp add mod ord">
        <pc:chgData name="Reimar Franke" userId="7f77c018-bd59-416f-ab47-819b19fe7820" providerId="ADAL" clId="{C9EF2DBE-2831-4294-9AF3-9781B8613360}" dt="2025-11-25T15:39:49.978" v="3548" actId="1076"/>
        <pc:sldMkLst>
          <pc:docMk/>
          <pc:sldMk cId="2728609666" sldId="283"/>
        </pc:sldMkLst>
        <pc:spChg chg="mod">
          <ac:chgData name="Reimar Franke" userId="7f77c018-bd59-416f-ab47-819b19fe7820" providerId="ADAL" clId="{C9EF2DBE-2831-4294-9AF3-9781B8613360}" dt="2025-11-25T15:23:38.124" v="2981" actId="164"/>
          <ac:spMkLst>
            <pc:docMk/>
            <pc:sldMk cId="2728609666" sldId="283"/>
            <ac:spMk id="4" creationId="{AEC90649-0C80-6869-A673-9EE84C9D994E}"/>
          </ac:spMkLst>
        </pc:spChg>
        <pc:spChg chg="mod">
          <ac:chgData name="Reimar Franke" userId="7f77c018-bd59-416f-ab47-819b19fe7820" providerId="ADAL" clId="{C9EF2DBE-2831-4294-9AF3-9781B8613360}" dt="2025-11-25T15:23:38.124" v="2981" actId="164"/>
          <ac:spMkLst>
            <pc:docMk/>
            <pc:sldMk cId="2728609666" sldId="283"/>
            <ac:spMk id="7" creationId="{3435206B-2C3F-443A-76CE-07400C25208B}"/>
          </ac:spMkLst>
        </pc:spChg>
        <pc:spChg chg="mod">
          <ac:chgData name="Reimar Franke" userId="7f77c018-bd59-416f-ab47-819b19fe7820" providerId="ADAL" clId="{C9EF2DBE-2831-4294-9AF3-9781B8613360}" dt="2025-11-25T15:23:38.124" v="2981" actId="164"/>
          <ac:spMkLst>
            <pc:docMk/>
            <pc:sldMk cId="2728609666" sldId="283"/>
            <ac:spMk id="8" creationId="{A9AD99DA-429D-D978-152F-814110109B9A}"/>
          </ac:spMkLst>
        </pc:spChg>
        <pc:spChg chg="mod">
          <ac:chgData name="Reimar Franke" userId="7f77c018-bd59-416f-ab47-819b19fe7820" providerId="ADAL" clId="{C9EF2DBE-2831-4294-9AF3-9781B8613360}" dt="2025-11-25T15:23:38.124" v="2981" actId="164"/>
          <ac:spMkLst>
            <pc:docMk/>
            <pc:sldMk cId="2728609666" sldId="283"/>
            <ac:spMk id="14" creationId="{65CC045E-8B18-D059-0029-DF5CAD599A03}"/>
          </ac:spMkLst>
        </pc:spChg>
        <pc:spChg chg="mod">
          <ac:chgData name="Reimar Franke" userId="7f77c018-bd59-416f-ab47-819b19fe7820" providerId="ADAL" clId="{C9EF2DBE-2831-4294-9AF3-9781B8613360}" dt="2025-11-25T15:23:38.124" v="2981" actId="164"/>
          <ac:spMkLst>
            <pc:docMk/>
            <pc:sldMk cId="2728609666" sldId="283"/>
            <ac:spMk id="16" creationId="{109DBFE3-E19E-769F-DCFE-4323628C0C80}"/>
          </ac:spMkLst>
        </pc:spChg>
        <pc:spChg chg="add mod">
          <ac:chgData name="Reimar Franke" userId="7f77c018-bd59-416f-ab47-819b19fe7820" providerId="ADAL" clId="{C9EF2DBE-2831-4294-9AF3-9781B8613360}" dt="2025-11-25T15:33:43.233" v="3397" actId="164"/>
          <ac:spMkLst>
            <pc:docMk/>
            <pc:sldMk cId="2728609666" sldId="283"/>
            <ac:spMk id="22" creationId="{42C4AFA1-8B20-4BF3-4C07-E9E001372AF2}"/>
          </ac:spMkLst>
        </pc:spChg>
        <pc:spChg chg="add mod">
          <ac:chgData name="Reimar Franke" userId="7f77c018-bd59-416f-ab47-819b19fe7820" providerId="ADAL" clId="{C9EF2DBE-2831-4294-9AF3-9781B8613360}" dt="2025-11-25T15:33:43.233" v="3397" actId="164"/>
          <ac:spMkLst>
            <pc:docMk/>
            <pc:sldMk cId="2728609666" sldId="283"/>
            <ac:spMk id="23" creationId="{DD381DCE-98FA-6C48-0EDD-7DD653F5D318}"/>
          </ac:spMkLst>
        </pc:spChg>
        <pc:spChg chg="mod">
          <ac:chgData name="Reimar Franke" userId="7f77c018-bd59-416f-ab47-819b19fe7820" providerId="ADAL" clId="{C9EF2DBE-2831-4294-9AF3-9781B8613360}" dt="2025-11-25T15:23:38.124" v="2981" actId="164"/>
          <ac:spMkLst>
            <pc:docMk/>
            <pc:sldMk cId="2728609666" sldId="283"/>
            <ac:spMk id="24" creationId="{ED5E1E22-BAF9-D751-AFC9-F9CDDA7B399F}"/>
          </ac:spMkLst>
        </pc:spChg>
        <pc:spChg chg="mod">
          <ac:chgData name="Reimar Franke" userId="7f77c018-bd59-416f-ab47-819b19fe7820" providerId="ADAL" clId="{C9EF2DBE-2831-4294-9AF3-9781B8613360}" dt="2025-11-25T15:23:38.124" v="2981" actId="164"/>
          <ac:spMkLst>
            <pc:docMk/>
            <pc:sldMk cId="2728609666" sldId="283"/>
            <ac:spMk id="26" creationId="{15C2FF85-7B16-3338-D256-5E46DB2FE940}"/>
          </ac:spMkLst>
        </pc:spChg>
        <pc:spChg chg="mod">
          <ac:chgData name="Reimar Franke" userId="7f77c018-bd59-416f-ab47-819b19fe7820" providerId="ADAL" clId="{C9EF2DBE-2831-4294-9AF3-9781B8613360}" dt="2025-11-25T15:23:58.255" v="2993" actId="1035"/>
          <ac:spMkLst>
            <pc:docMk/>
            <pc:sldMk cId="2728609666" sldId="283"/>
            <ac:spMk id="28" creationId="{FE695CCB-184C-7ABA-1440-BF292A3393AA}"/>
          </ac:spMkLst>
        </pc:spChg>
        <pc:spChg chg="mod">
          <ac:chgData name="Reimar Franke" userId="7f77c018-bd59-416f-ab47-819b19fe7820" providerId="ADAL" clId="{C9EF2DBE-2831-4294-9AF3-9781B8613360}" dt="2025-11-25T15:24:02.864" v="2998" actId="1035"/>
          <ac:spMkLst>
            <pc:docMk/>
            <pc:sldMk cId="2728609666" sldId="283"/>
            <ac:spMk id="29" creationId="{910C5D0F-CE35-99E3-22BD-C48AD2F872EC}"/>
          </ac:spMkLst>
        </pc:spChg>
        <pc:spChg chg="mod">
          <ac:chgData name="Reimar Franke" userId="7f77c018-bd59-416f-ab47-819b19fe7820" providerId="ADAL" clId="{C9EF2DBE-2831-4294-9AF3-9781B8613360}" dt="2025-11-25T15:24:44.897" v="3074" actId="1036"/>
          <ac:spMkLst>
            <pc:docMk/>
            <pc:sldMk cId="2728609666" sldId="283"/>
            <ac:spMk id="30" creationId="{2EEA1610-C1E1-8316-F509-B7DAA2542826}"/>
          </ac:spMkLst>
        </pc:spChg>
        <pc:spChg chg="mod">
          <ac:chgData name="Reimar Franke" userId="7f77c018-bd59-416f-ab47-819b19fe7820" providerId="ADAL" clId="{C9EF2DBE-2831-4294-9AF3-9781B8613360}" dt="2025-11-25T15:39:49.978" v="3548" actId="1076"/>
          <ac:spMkLst>
            <pc:docMk/>
            <pc:sldMk cId="2728609666" sldId="283"/>
            <ac:spMk id="31" creationId="{99DA36B1-389B-57EF-D076-1214F6475609}"/>
          </ac:spMkLst>
        </pc:spChg>
        <pc:spChg chg="add mod">
          <ac:chgData name="Reimar Franke" userId="7f77c018-bd59-416f-ab47-819b19fe7820" providerId="ADAL" clId="{C9EF2DBE-2831-4294-9AF3-9781B8613360}" dt="2025-11-25T15:33:43.233" v="3397" actId="164"/>
          <ac:spMkLst>
            <pc:docMk/>
            <pc:sldMk cId="2728609666" sldId="283"/>
            <ac:spMk id="32" creationId="{7DD18E29-8CE4-11F6-EBB1-5258437E5720}"/>
          </ac:spMkLst>
        </pc:spChg>
        <pc:spChg chg="add mod">
          <ac:chgData name="Reimar Franke" userId="7f77c018-bd59-416f-ab47-819b19fe7820" providerId="ADAL" clId="{C9EF2DBE-2831-4294-9AF3-9781B8613360}" dt="2025-11-25T15:33:43.233" v="3397" actId="164"/>
          <ac:spMkLst>
            <pc:docMk/>
            <pc:sldMk cId="2728609666" sldId="283"/>
            <ac:spMk id="37" creationId="{F36A4210-C5E4-7191-415E-1D2AF69A755F}"/>
          </ac:spMkLst>
        </pc:spChg>
        <pc:spChg chg="mod">
          <ac:chgData name="Reimar Franke" userId="7f77c018-bd59-416f-ab47-819b19fe7820" providerId="ADAL" clId="{C9EF2DBE-2831-4294-9AF3-9781B8613360}" dt="2025-11-25T15:24:16.620" v="3028" actId="1035"/>
          <ac:spMkLst>
            <pc:docMk/>
            <pc:sldMk cId="2728609666" sldId="283"/>
            <ac:spMk id="39" creationId="{2858637A-6CB5-D41A-09BC-A6449DE2A6AB}"/>
          </ac:spMkLst>
        </pc:spChg>
        <pc:spChg chg="mod">
          <ac:chgData name="Reimar Franke" userId="7f77c018-bd59-416f-ab47-819b19fe7820" providerId="ADAL" clId="{C9EF2DBE-2831-4294-9AF3-9781B8613360}" dt="2025-11-25T15:23:38.124" v="2981" actId="164"/>
          <ac:spMkLst>
            <pc:docMk/>
            <pc:sldMk cId="2728609666" sldId="283"/>
            <ac:spMk id="41" creationId="{98A2CBAD-C03E-86BF-A6B9-1C4B2497BBCD}"/>
          </ac:spMkLst>
        </pc:spChg>
        <pc:spChg chg="add mod">
          <ac:chgData name="Reimar Franke" userId="7f77c018-bd59-416f-ab47-819b19fe7820" providerId="ADAL" clId="{C9EF2DBE-2831-4294-9AF3-9781B8613360}" dt="2025-11-25T15:34:28.807" v="3439" actId="1035"/>
          <ac:spMkLst>
            <pc:docMk/>
            <pc:sldMk cId="2728609666" sldId="283"/>
            <ac:spMk id="45" creationId="{E93D0A51-1E9A-8038-0F39-D6FC7F0E5659}"/>
          </ac:spMkLst>
        </pc:spChg>
        <pc:spChg chg="add mod">
          <ac:chgData name="Reimar Franke" userId="7f77c018-bd59-416f-ab47-819b19fe7820" providerId="ADAL" clId="{C9EF2DBE-2831-4294-9AF3-9781B8613360}" dt="2025-11-25T15:35:01.141" v="3477" actId="1035"/>
          <ac:spMkLst>
            <pc:docMk/>
            <pc:sldMk cId="2728609666" sldId="283"/>
            <ac:spMk id="46" creationId="{9A3A0724-1864-F815-A18C-0F8A1202579F}"/>
          </ac:spMkLst>
        </pc:spChg>
        <pc:spChg chg="mod">
          <ac:chgData name="Reimar Franke" userId="7f77c018-bd59-416f-ab47-819b19fe7820" providerId="ADAL" clId="{C9EF2DBE-2831-4294-9AF3-9781B8613360}" dt="2025-11-25T15:34:57.705" v="3475" actId="1035"/>
          <ac:spMkLst>
            <pc:docMk/>
            <pc:sldMk cId="2728609666" sldId="283"/>
            <ac:spMk id="48" creationId="{BAFC2CC5-F1D4-D359-1009-EB034B962911}"/>
          </ac:spMkLst>
        </pc:spChg>
        <pc:spChg chg="add mod">
          <ac:chgData name="Reimar Franke" userId="7f77c018-bd59-416f-ab47-819b19fe7820" providerId="ADAL" clId="{C9EF2DBE-2831-4294-9AF3-9781B8613360}" dt="2025-11-25T15:33:43.233" v="3397" actId="164"/>
          <ac:spMkLst>
            <pc:docMk/>
            <pc:sldMk cId="2728609666" sldId="283"/>
            <ac:spMk id="51" creationId="{9DDE5E72-1A95-011E-3864-420C17A2055D}"/>
          </ac:spMkLst>
        </pc:spChg>
        <pc:spChg chg="mod">
          <ac:chgData name="Reimar Franke" userId="7f77c018-bd59-416f-ab47-819b19fe7820" providerId="ADAL" clId="{C9EF2DBE-2831-4294-9AF3-9781B8613360}" dt="2025-11-25T15:34:50.224" v="3474" actId="1036"/>
          <ac:spMkLst>
            <pc:docMk/>
            <pc:sldMk cId="2728609666" sldId="283"/>
            <ac:spMk id="54" creationId="{1B202536-BF7D-3C3A-DD0B-7FB8D87E121C}"/>
          </ac:spMkLst>
        </pc:spChg>
        <pc:spChg chg="add mod">
          <ac:chgData name="Reimar Franke" userId="7f77c018-bd59-416f-ab47-819b19fe7820" providerId="ADAL" clId="{C9EF2DBE-2831-4294-9AF3-9781B8613360}" dt="2025-11-25T15:33:43.233" v="3397" actId="164"/>
          <ac:spMkLst>
            <pc:docMk/>
            <pc:sldMk cId="2728609666" sldId="283"/>
            <ac:spMk id="55" creationId="{62273158-8CE0-8F2F-3A21-63EB8A53AD49}"/>
          </ac:spMkLst>
        </pc:spChg>
        <pc:spChg chg="add mod">
          <ac:chgData name="Reimar Franke" userId="7f77c018-bd59-416f-ab47-819b19fe7820" providerId="ADAL" clId="{C9EF2DBE-2831-4294-9AF3-9781B8613360}" dt="2025-11-25T15:33:43.233" v="3397" actId="164"/>
          <ac:spMkLst>
            <pc:docMk/>
            <pc:sldMk cId="2728609666" sldId="283"/>
            <ac:spMk id="57" creationId="{4BDF384B-833C-925E-E36A-07DABF485F68}"/>
          </ac:spMkLst>
        </pc:spChg>
        <pc:spChg chg="mod">
          <ac:chgData name="Reimar Franke" userId="7f77c018-bd59-416f-ab47-819b19fe7820" providerId="ADAL" clId="{C9EF2DBE-2831-4294-9AF3-9781B8613360}" dt="2025-11-25T15:37:44.121" v="3537" actId="1035"/>
          <ac:spMkLst>
            <pc:docMk/>
            <pc:sldMk cId="2728609666" sldId="283"/>
            <ac:spMk id="76" creationId="{F2B5E38F-F704-B590-A278-FD686883B778}"/>
          </ac:spMkLst>
        </pc:spChg>
        <pc:spChg chg="add mod">
          <ac:chgData name="Reimar Franke" userId="7f77c018-bd59-416f-ab47-819b19fe7820" providerId="ADAL" clId="{C9EF2DBE-2831-4294-9AF3-9781B8613360}" dt="2025-11-25T15:37:48.873" v="3539" actId="1035"/>
          <ac:spMkLst>
            <pc:docMk/>
            <pc:sldMk cId="2728609666" sldId="283"/>
            <ac:spMk id="78" creationId="{6D1EAF0C-CAE0-D7A8-CC6F-E54E4C1759EE}"/>
          </ac:spMkLst>
        </pc:spChg>
        <pc:spChg chg="mod">
          <ac:chgData name="Reimar Franke" userId="7f77c018-bd59-416f-ab47-819b19fe7820" providerId="ADAL" clId="{C9EF2DBE-2831-4294-9AF3-9781B8613360}" dt="2025-11-25T15:37:34.478" v="3534" actId="1035"/>
          <ac:spMkLst>
            <pc:docMk/>
            <pc:sldMk cId="2728609666" sldId="283"/>
            <ac:spMk id="79" creationId="{038F5BB0-52FA-172E-1D55-DEBF43047094}"/>
          </ac:spMkLst>
        </pc:spChg>
        <pc:spChg chg="mod">
          <ac:chgData name="Reimar Franke" userId="7f77c018-bd59-416f-ab47-819b19fe7820" providerId="ADAL" clId="{C9EF2DBE-2831-4294-9AF3-9781B8613360}" dt="2025-11-25T15:37:38.052" v="3536" actId="1035"/>
          <ac:spMkLst>
            <pc:docMk/>
            <pc:sldMk cId="2728609666" sldId="283"/>
            <ac:spMk id="80" creationId="{07824318-AA36-B09D-FB74-02DE40EA4139}"/>
          </ac:spMkLst>
        </pc:spChg>
        <pc:spChg chg="add mod">
          <ac:chgData name="Reimar Franke" userId="7f77c018-bd59-416f-ab47-819b19fe7820" providerId="ADAL" clId="{C9EF2DBE-2831-4294-9AF3-9781B8613360}" dt="2025-11-25T15:36:31.618" v="3509" actId="465"/>
          <ac:spMkLst>
            <pc:docMk/>
            <pc:sldMk cId="2728609666" sldId="283"/>
            <ac:spMk id="82" creationId="{F31D989F-77E0-01B3-6B6F-718D536B3823}"/>
          </ac:spMkLst>
        </pc:spChg>
        <pc:spChg chg="add mod">
          <ac:chgData name="Reimar Franke" userId="7f77c018-bd59-416f-ab47-819b19fe7820" providerId="ADAL" clId="{C9EF2DBE-2831-4294-9AF3-9781B8613360}" dt="2025-11-25T15:37:01.308" v="3519" actId="20577"/>
          <ac:spMkLst>
            <pc:docMk/>
            <pc:sldMk cId="2728609666" sldId="283"/>
            <ac:spMk id="83" creationId="{DBDBDEE4-54F5-8DF7-8949-8BDEE1D11ED1}"/>
          </ac:spMkLst>
        </pc:spChg>
        <pc:spChg chg="add mod">
          <ac:chgData name="Reimar Franke" userId="7f77c018-bd59-416f-ab47-819b19fe7820" providerId="ADAL" clId="{C9EF2DBE-2831-4294-9AF3-9781B8613360}" dt="2025-11-25T15:37:11.676" v="3525" actId="20577"/>
          <ac:spMkLst>
            <pc:docMk/>
            <pc:sldMk cId="2728609666" sldId="283"/>
            <ac:spMk id="84" creationId="{07E0B492-9BEE-48C4-8544-46D2A5747B2C}"/>
          </ac:spMkLst>
        </pc:spChg>
        <pc:spChg chg="add mod">
          <ac:chgData name="Reimar Franke" userId="7f77c018-bd59-416f-ab47-819b19fe7820" providerId="ADAL" clId="{C9EF2DBE-2831-4294-9AF3-9781B8613360}" dt="2025-11-25T15:37:21.841" v="3531" actId="20577"/>
          <ac:spMkLst>
            <pc:docMk/>
            <pc:sldMk cId="2728609666" sldId="283"/>
            <ac:spMk id="85" creationId="{7DDA3C81-FC81-B821-B70E-3310B31A7D39}"/>
          </ac:spMkLst>
        </pc:spChg>
        <pc:grpChg chg="del mod">
          <ac:chgData name="Reimar Franke" userId="7f77c018-bd59-416f-ab47-819b19fe7820" providerId="ADAL" clId="{C9EF2DBE-2831-4294-9AF3-9781B8613360}" dt="2025-11-25T15:33:26.761" v="3395" actId="478"/>
          <ac:grpSpMkLst>
            <pc:docMk/>
            <pc:sldMk cId="2728609666" sldId="283"/>
            <ac:grpSpMk id="18" creationId="{D30F22E8-064E-3CBD-3F44-1E7A4FF57732}"/>
          </ac:grpSpMkLst>
        </pc:grpChg>
        <pc:grpChg chg="mod">
          <ac:chgData name="Reimar Franke" userId="7f77c018-bd59-416f-ab47-819b19fe7820" providerId="ADAL" clId="{C9EF2DBE-2831-4294-9AF3-9781B8613360}" dt="2025-11-25T15:33:55.110" v="3401" actId="1076"/>
          <ac:grpSpMkLst>
            <pc:docMk/>
            <pc:sldMk cId="2728609666" sldId="283"/>
            <ac:grpSpMk id="81" creationId="{E2BB8246-8597-1D45-5591-D54D3DEAE79F}"/>
          </ac:grpSpMkLst>
        </pc:grpChg>
        <pc:cxnChg chg="mod">
          <ac:chgData name="Reimar Franke" userId="7f77c018-bd59-416f-ab47-819b19fe7820" providerId="ADAL" clId="{C9EF2DBE-2831-4294-9AF3-9781B8613360}" dt="2025-11-25T15:33:26.761" v="3395" actId="478"/>
          <ac:cxnSpMkLst>
            <pc:docMk/>
            <pc:sldMk cId="2728609666" sldId="283"/>
            <ac:cxnSpMk id="17" creationId="{DA0F9289-48FD-7CE9-3D26-A5E6FE4C29DE}"/>
          </ac:cxnSpMkLst>
        </pc:cxnChg>
        <pc:cxnChg chg="mod">
          <ac:chgData name="Reimar Franke" userId="7f77c018-bd59-416f-ab47-819b19fe7820" providerId="ADAL" clId="{C9EF2DBE-2831-4294-9AF3-9781B8613360}" dt="2025-11-25T15:33:26.761" v="3395" actId="478"/>
          <ac:cxnSpMkLst>
            <pc:docMk/>
            <pc:sldMk cId="2728609666" sldId="283"/>
            <ac:cxnSpMk id="19" creationId="{E3687238-97E5-F5B2-9F4A-97960BA174E7}"/>
          </ac:cxnSpMkLst>
        </pc:cxnChg>
        <pc:cxnChg chg="mod">
          <ac:chgData name="Reimar Franke" userId="7f77c018-bd59-416f-ab47-819b19fe7820" providerId="ADAL" clId="{C9EF2DBE-2831-4294-9AF3-9781B8613360}" dt="2025-11-25T15:33:26.761" v="3395" actId="478"/>
          <ac:cxnSpMkLst>
            <pc:docMk/>
            <pc:sldMk cId="2728609666" sldId="283"/>
            <ac:cxnSpMk id="21" creationId="{DC2B5B60-8938-4518-86A7-E0598420A74F}"/>
          </ac:cxnSpMkLst>
        </pc:cxnChg>
        <pc:cxnChg chg="mod">
          <ac:chgData name="Reimar Franke" userId="7f77c018-bd59-416f-ab47-819b19fe7820" providerId="ADAL" clId="{C9EF2DBE-2831-4294-9AF3-9781B8613360}" dt="2025-11-25T15:33:26.761" v="3395" actId="478"/>
          <ac:cxnSpMkLst>
            <pc:docMk/>
            <pc:sldMk cId="2728609666" sldId="283"/>
            <ac:cxnSpMk id="50" creationId="{60315913-AAF9-0E51-9504-2F7748C98550}"/>
          </ac:cxnSpMkLst>
        </pc:cxnChg>
        <pc:cxnChg chg="mod">
          <ac:chgData name="Reimar Franke" userId="7f77c018-bd59-416f-ab47-819b19fe7820" providerId="ADAL" clId="{C9EF2DBE-2831-4294-9AF3-9781B8613360}" dt="2025-11-25T15:33:26.761" v="3395" actId="478"/>
          <ac:cxnSpMkLst>
            <pc:docMk/>
            <pc:sldMk cId="2728609666" sldId="283"/>
            <ac:cxnSpMk id="59" creationId="{A49447E6-22D8-4999-8866-E39A2E1A136E}"/>
          </ac:cxnSpMkLst>
        </pc:cxnChg>
        <pc:cxnChg chg="mod">
          <ac:chgData name="Reimar Franke" userId="7f77c018-bd59-416f-ab47-819b19fe7820" providerId="ADAL" clId="{C9EF2DBE-2831-4294-9AF3-9781B8613360}" dt="2025-11-25T15:33:26.761" v="3395" actId="478"/>
          <ac:cxnSpMkLst>
            <pc:docMk/>
            <pc:sldMk cId="2728609666" sldId="283"/>
            <ac:cxnSpMk id="65" creationId="{0E829B98-DA03-19FA-2404-DA550AAEF480}"/>
          </ac:cxnSpMkLst>
        </pc:cxnChg>
        <pc:cxnChg chg="mod">
          <ac:chgData name="Reimar Franke" userId="7f77c018-bd59-416f-ab47-819b19fe7820" providerId="ADAL" clId="{C9EF2DBE-2831-4294-9AF3-9781B8613360}" dt="2025-11-25T15:33:26.761" v="3395" actId="478"/>
          <ac:cxnSpMkLst>
            <pc:docMk/>
            <pc:sldMk cId="2728609666" sldId="283"/>
            <ac:cxnSpMk id="68" creationId="{CDAF0DFD-1164-6F9E-FE06-3B95FC8C0908}"/>
          </ac:cxnSpMkLst>
        </pc:cxnChg>
        <pc:cxnChg chg="mod">
          <ac:chgData name="Reimar Franke" userId="7f77c018-bd59-416f-ab47-819b19fe7820" providerId="ADAL" clId="{C9EF2DBE-2831-4294-9AF3-9781B8613360}" dt="2025-11-25T15:33:26.761" v="3395" actId="478"/>
          <ac:cxnSpMkLst>
            <pc:docMk/>
            <pc:sldMk cId="2728609666" sldId="283"/>
            <ac:cxnSpMk id="71" creationId="{3F4BBC0D-314C-D931-2FA1-FE119AB2E821}"/>
          </ac:cxnSpMkLst>
        </pc:cxnChg>
        <pc:cxnChg chg="mod">
          <ac:chgData name="Reimar Franke" userId="7f77c018-bd59-416f-ab47-819b19fe7820" providerId="ADAL" clId="{C9EF2DBE-2831-4294-9AF3-9781B8613360}" dt="2025-11-25T15:33:26.761" v="3395" actId="478"/>
          <ac:cxnSpMkLst>
            <pc:docMk/>
            <pc:sldMk cId="2728609666" sldId="283"/>
            <ac:cxnSpMk id="77" creationId="{C0AD516E-CF86-A637-849F-47B4BA70244B}"/>
          </ac:cxnSpMkLst>
        </pc:cxnChg>
      </pc:sldChg>
      <pc:sldChg chg="addSp delSp modSp add mod modAnim">
        <pc:chgData name="Reimar Franke" userId="7f77c018-bd59-416f-ab47-819b19fe7820" providerId="ADAL" clId="{C9EF2DBE-2831-4294-9AF3-9781B8613360}" dt="2025-11-25T17:11:19.281" v="5221" actId="20577"/>
        <pc:sldMkLst>
          <pc:docMk/>
          <pc:sldMk cId="1673727423" sldId="284"/>
        </pc:sldMkLst>
        <pc:spChg chg="add del mod">
          <ac:chgData name="Reimar Franke" userId="7f77c018-bd59-416f-ab47-819b19fe7820" providerId="ADAL" clId="{C9EF2DBE-2831-4294-9AF3-9781B8613360}" dt="2025-11-25T16:00:42.802" v="4114" actId="478"/>
          <ac:spMkLst>
            <pc:docMk/>
            <pc:sldMk cId="1673727423" sldId="284"/>
            <ac:spMk id="4" creationId="{124C5D04-7712-97E9-C5BC-A40B167B11CB}"/>
          </ac:spMkLst>
        </pc:spChg>
        <pc:spChg chg="add mod">
          <ac:chgData name="Reimar Franke" userId="7f77c018-bd59-416f-ab47-819b19fe7820" providerId="ADAL" clId="{C9EF2DBE-2831-4294-9AF3-9781B8613360}" dt="2025-11-25T16:43:20.744" v="4775" actId="1076"/>
          <ac:spMkLst>
            <pc:docMk/>
            <pc:sldMk cId="1673727423" sldId="284"/>
            <ac:spMk id="7" creationId="{149425D0-FDC2-3DF5-56BB-86FD14E8279C}"/>
          </ac:spMkLst>
        </pc:spChg>
        <pc:spChg chg="add del mod">
          <ac:chgData name="Reimar Franke" userId="7f77c018-bd59-416f-ab47-819b19fe7820" providerId="ADAL" clId="{C9EF2DBE-2831-4294-9AF3-9781B8613360}" dt="2025-11-25T16:23:57.096" v="4549" actId="478"/>
          <ac:spMkLst>
            <pc:docMk/>
            <pc:sldMk cId="1673727423" sldId="284"/>
            <ac:spMk id="8" creationId="{36A06333-A88B-682D-D9F4-B6A9DF9E4DDD}"/>
          </ac:spMkLst>
        </pc:spChg>
        <pc:spChg chg="add del mod">
          <ac:chgData name="Reimar Franke" userId="7f77c018-bd59-416f-ab47-819b19fe7820" providerId="ADAL" clId="{C9EF2DBE-2831-4294-9AF3-9781B8613360}" dt="2025-11-25T15:53:29.928" v="3861" actId="478"/>
          <ac:spMkLst>
            <pc:docMk/>
            <pc:sldMk cId="1673727423" sldId="284"/>
            <ac:spMk id="8" creationId="{90255817-A3C6-E742-8232-10AD26425A10}"/>
          </ac:spMkLst>
        </pc:spChg>
        <pc:spChg chg="add mod">
          <ac:chgData name="Reimar Franke" userId="7f77c018-bd59-416f-ab47-819b19fe7820" providerId="ADAL" clId="{C9EF2DBE-2831-4294-9AF3-9781B8613360}" dt="2025-11-25T16:02:32.607" v="4127"/>
          <ac:spMkLst>
            <pc:docMk/>
            <pc:sldMk cId="1673727423" sldId="284"/>
            <ac:spMk id="14" creationId="{B90A0F36-8EF5-3802-64E5-2613594EE903}"/>
          </ac:spMkLst>
        </pc:spChg>
        <pc:spChg chg="add del">
          <ac:chgData name="Reimar Franke" userId="7f77c018-bd59-416f-ab47-819b19fe7820" providerId="ADAL" clId="{C9EF2DBE-2831-4294-9AF3-9781B8613360}" dt="2025-11-25T16:27:25.607" v="4568" actId="11529"/>
          <ac:spMkLst>
            <pc:docMk/>
            <pc:sldMk cId="1673727423" sldId="284"/>
            <ac:spMk id="21" creationId="{E6DCA5EF-3341-637C-7505-468553097622}"/>
          </ac:spMkLst>
        </pc:spChg>
        <pc:spChg chg="add del">
          <ac:chgData name="Reimar Franke" userId="7f77c018-bd59-416f-ab47-819b19fe7820" providerId="ADAL" clId="{C9EF2DBE-2831-4294-9AF3-9781B8613360}" dt="2025-11-25T16:28:30.374" v="4572" actId="11529"/>
          <ac:spMkLst>
            <pc:docMk/>
            <pc:sldMk cId="1673727423" sldId="284"/>
            <ac:spMk id="26" creationId="{2C6915E3-917D-3D71-916C-A9107FDCBD6C}"/>
          </ac:spMkLst>
        </pc:spChg>
        <pc:spChg chg="add del">
          <ac:chgData name="Reimar Franke" userId="7f77c018-bd59-416f-ab47-819b19fe7820" providerId="ADAL" clId="{C9EF2DBE-2831-4294-9AF3-9781B8613360}" dt="2025-11-25T16:29:38.408" v="4574" actId="478"/>
          <ac:spMkLst>
            <pc:docMk/>
            <pc:sldMk cId="1673727423" sldId="284"/>
            <ac:spMk id="27" creationId="{AAD4038C-ACDB-44B2-E301-C0C8F783EB50}"/>
          </ac:spMkLst>
        </pc:spChg>
        <pc:spChg chg="add del mod">
          <ac:chgData name="Reimar Franke" userId="7f77c018-bd59-416f-ab47-819b19fe7820" providerId="ADAL" clId="{C9EF2DBE-2831-4294-9AF3-9781B8613360}" dt="2025-11-25T16:42:34.833" v="4764" actId="478"/>
          <ac:spMkLst>
            <pc:docMk/>
            <pc:sldMk cId="1673727423" sldId="284"/>
            <ac:spMk id="28" creationId="{B41266E6-247B-CDF6-1299-8DFDB8A8F4F6}"/>
          </ac:spMkLst>
        </pc:spChg>
        <pc:spChg chg="add del mod">
          <ac:chgData name="Reimar Franke" userId="7f77c018-bd59-416f-ab47-819b19fe7820" providerId="ADAL" clId="{C9EF2DBE-2831-4294-9AF3-9781B8613360}" dt="2025-11-25T16:42:34.064" v="4763" actId="478"/>
          <ac:spMkLst>
            <pc:docMk/>
            <pc:sldMk cId="1673727423" sldId="284"/>
            <ac:spMk id="29" creationId="{F935911D-FBA4-008D-EFD4-F459D8881973}"/>
          </ac:spMkLst>
        </pc:spChg>
        <pc:spChg chg="add del mod">
          <ac:chgData name="Reimar Franke" userId="7f77c018-bd59-416f-ab47-819b19fe7820" providerId="ADAL" clId="{C9EF2DBE-2831-4294-9AF3-9781B8613360}" dt="2025-11-25T16:42:33.393" v="4762" actId="478"/>
          <ac:spMkLst>
            <pc:docMk/>
            <pc:sldMk cId="1673727423" sldId="284"/>
            <ac:spMk id="30" creationId="{9953A666-1EC6-66DD-9299-9E1186D906ED}"/>
          </ac:spMkLst>
        </pc:spChg>
        <pc:spChg chg="del mod">
          <ac:chgData name="Reimar Franke" userId="7f77c018-bd59-416f-ab47-819b19fe7820" providerId="ADAL" clId="{C9EF2DBE-2831-4294-9AF3-9781B8613360}" dt="2025-11-25T16:43:05.570" v="4771" actId="478"/>
          <ac:spMkLst>
            <pc:docMk/>
            <pc:sldMk cId="1673727423" sldId="284"/>
            <ac:spMk id="31" creationId="{F2364EDA-D126-35FF-1308-58D499A7EDB1}"/>
          </ac:spMkLst>
        </pc:spChg>
        <pc:spChg chg="add del mod">
          <ac:chgData name="Reimar Franke" userId="7f77c018-bd59-416f-ab47-819b19fe7820" providerId="ADAL" clId="{C9EF2DBE-2831-4294-9AF3-9781B8613360}" dt="2025-11-25T16:42:36.367" v="4765" actId="478"/>
          <ac:spMkLst>
            <pc:docMk/>
            <pc:sldMk cId="1673727423" sldId="284"/>
            <ac:spMk id="36" creationId="{F9FB20A9-F1E9-9BA5-1774-023A28BC66C2}"/>
          </ac:spMkLst>
        </pc:spChg>
        <pc:spChg chg="add mod">
          <ac:chgData name="Reimar Franke" userId="7f77c018-bd59-416f-ab47-819b19fe7820" providerId="ADAL" clId="{C9EF2DBE-2831-4294-9AF3-9781B8613360}" dt="2025-11-25T17:02:18.489" v="5172" actId="20577"/>
          <ac:spMkLst>
            <pc:docMk/>
            <pc:sldMk cId="1673727423" sldId="284"/>
            <ac:spMk id="39" creationId="{F2B449AD-EA8F-3F63-4CAF-93D91F66D4C1}"/>
          </ac:spMkLst>
        </pc:spChg>
        <pc:spChg chg="add del mod">
          <ac:chgData name="Reimar Franke" userId="7f77c018-bd59-416f-ab47-819b19fe7820" providerId="ADAL" clId="{C9EF2DBE-2831-4294-9AF3-9781B8613360}" dt="2025-11-25T16:53:21.702" v="4948"/>
          <ac:spMkLst>
            <pc:docMk/>
            <pc:sldMk cId="1673727423" sldId="284"/>
            <ac:spMk id="41" creationId="{1186A45B-6047-5E5A-5290-60617D731490}"/>
          </ac:spMkLst>
        </pc:spChg>
        <pc:spChg chg="add mod">
          <ac:chgData name="Reimar Franke" userId="7f77c018-bd59-416f-ab47-819b19fe7820" providerId="ADAL" clId="{C9EF2DBE-2831-4294-9AF3-9781B8613360}" dt="2025-11-25T16:58:31.209" v="5011" actId="1036"/>
          <ac:spMkLst>
            <pc:docMk/>
            <pc:sldMk cId="1673727423" sldId="284"/>
            <ac:spMk id="47" creationId="{15581B9B-9D1A-C752-5BDE-BEECEA9933A7}"/>
          </ac:spMkLst>
        </pc:spChg>
        <pc:spChg chg="add mod">
          <ac:chgData name="Reimar Franke" userId="7f77c018-bd59-416f-ab47-819b19fe7820" providerId="ADAL" clId="{C9EF2DBE-2831-4294-9AF3-9781B8613360}" dt="2025-11-25T16:59:05.039" v="5047" actId="208"/>
          <ac:spMkLst>
            <pc:docMk/>
            <pc:sldMk cId="1673727423" sldId="284"/>
            <ac:spMk id="50" creationId="{DA1E67BF-2224-40BE-B222-57F4FD2AAE22}"/>
          </ac:spMkLst>
        </pc:spChg>
        <pc:spChg chg="mod">
          <ac:chgData name="Reimar Franke" userId="7f77c018-bd59-416f-ab47-819b19fe7820" providerId="ADAL" clId="{C9EF2DBE-2831-4294-9AF3-9781B8613360}" dt="2025-11-25T16:25:24.508" v="4558" actId="208"/>
          <ac:spMkLst>
            <pc:docMk/>
            <pc:sldMk cId="1673727423" sldId="284"/>
            <ac:spMk id="51" creationId="{40125D17-942E-ABC8-A017-C8152C2A78CE}"/>
          </ac:spMkLst>
        </pc:spChg>
        <pc:spChg chg="add mod">
          <ac:chgData name="Reimar Franke" userId="7f77c018-bd59-416f-ab47-819b19fe7820" providerId="ADAL" clId="{C9EF2DBE-2831-4294-9AF3-9781B8613360}" dt="2025-11-25T17:00:15.352" v="5088" actId="208"/>
          <ac:spMkLst>
            <pc:docMk/>
            <pc:sldMk cId="1673727423" sldId="284"/>
            <ac:spMk id="53" creationId="{173EDE29-20DF-C55B-3DB7-CA4FC8F63937}"/>
          </ac:spMkLst>
        </pc:spChg>
        <pc:spChg chg="mod">
          <ac:chgData name="Reimar Franke" userId="7f77c018-bd59-416f-ab47-819b19fe7820" providerId="ADAL" clId="{C9EF2DBE-2831-4294-9AF3-9781B8613360}" dt="2025-11-25T16:25:03.492" v="4556" actId="208"/>
          <ac:spMkLst>
            <pc:docMk/>
            <pc:sldMk cId="1673727423" sldId="284"/>
            <ac:spMk id="57" creationId="{B949CAF4-55B2-1F59-9315-2C2F069A48A4}"/>
          </ac:spMkLst>
        </pc:spChg>
        <pc:spChg chg="add mod">
          <ac:chgData name="Reimar Franke" userId="7f77c018-bd59-416f-ab47-819b19fe7820" providerId="ADAL" clId="{C9EF2DBE-2831-4294-9AF3-9781B8613360}" dt="2025-11-25T17:11:19.281" v="5221" actId="20577"/>
          <ac:spMkLst>
            <pc:docMk/>
            <pc:sldMk cId="1673727423" sldId="284"/>
            <ac:spMk id="59" creationId="{590CD31A-EDDC-BC08-0CA7-5FE17AB09146}"/>
          </ac:spMkLst>
        </pc:spChg>
        <pc:spChg chg="del">
          <ac:chgData name="Reimar Franke" userId="7f77c018-bd59-416f-ab47-819b19fe7820" providerId="ADAL" clId="{C9EF2DBE-2831-4294-9AF3-9781B8613360}" dt="2025-11-25T15:42:08.587" v="3550" actId="478"/>
          <ac:spMkLst>
            <pc:docMk/>
            <pc:sldMk cId="1673727423" sldId="284"/>
            <ac:spMk id="82" creationId="{3284B34D-8655-4CDD-06C8-7EC3C40D6A9C}"/>
          </ac:spMkLst>
        </pc:spChg>
        <pc:spChg chg="del">
          <ac:chgData name="Reimar Franke" userId="7f77c018-bd59-416f-ab47-819b19fe7820" providerId="ADAL" clId="{C9EF2DBE-2831-4294-9AF3-9781B8613360}" dt="2025-11-25T15:42:09.335" v="3551" actId="478"/>
          <ac:spMkLst>
            <pc:docMk/>
            <pc:sldMk cId="1673727423" sldId="284"/>
            <ac:spMk id="83" creationId="{A5209D46-B897-9794-12A9-31E363087CA3}"/>
          </ac:spMkLst>
        </pc:spChg>
        <pc:spChg chg="del">
          <ac:chgData name="Reimar Franke" userId="7f77c018-bd59-416f-ab47-819b19fe7820" providerId="ADAL" clId="{C9EF2DBE-2831-4294-9AF3-9781B8613360}" dt="2025-11-25T15:42:11.452" v="3552" actId="478"/>
          <ac:spMkLst>
            <pc:docMk/>
            <pc:sldMk cId="1673727423" sldId="284"/>
            <ac:spMk id="84" creationId="{05BFAE53-7C4E-3384-5B18-41A5F9F2E29E}"/>
          </ac:spMkLst>
        </pc:spChg>
        <pc:spChg chg="del">
          <ac:chgData name="Reimar Franke" userId="7f77c018-bd59-416f-ab47-819b19fe7820" providerId="ADAL" clId="{C9EF2DBE-2831-4294-9AF3-9781B8613360}" dt="2025-11-25T15:42:13.240" v="3553" actId="478"/>
          <ac:spMkLst>
            <pc:docMk/>
            <pc:sldMk cId="1673727423" sldId="284"/>
            <ac:spMk id="85" creationId="{58D66112-A03A-6E18-AEDF-A36D76C1B9FC}"/>
          </ac:spMkLst>
        </pc:spChg>
        <pc:grpChg chg="del mod">
          <ac:chgData name="Reimar Franke" userId="7f77c018-bd59-416f-ab47-819b19fe7820" providerId="ADAL" clId="{C9EF2DBE-2831-4294-9AF3-9781B8613360}" dt="2025-11-25T16:42:32.216" v="4761" actId="478"/>
          <ac:grpSpMkLst>
            <pc:docMk/>
            <pc:sldMk cId="1673727423" sldId="284"/>
            <ac:grpSpMk id="81" creationId="{5DC8F91E-2532-3B6C-74FA-ED55C6DA2E9B}"/>
          </ac:grpSpMkLst>
        </pc:grpChg>
        <pc:graphicFrameChg chg="add mod modGraphic">
          <ac:chgData name="Reimar Franke" userId="7f77c018-bd59-416f-ab47-819b19fe7820" providerId="ADAL" clId="{C9EF2DBE-2831-4294-9AF3-9781B8613360}" dt="2025-11-25T17:02:56.491" v="5180" actId="20577"/>
          <ac:graphicFrameMkLst>
            <pc:docMk/>
            <pc:sldMk cId="1673727423" sldId="284"/>
            <ac:graphicFrameMk id="44" creationId="{20705210-1E12-5C9D-4D7B-ED940FF32A81}"/>
          </ac:graphicFrameMkLst>
        </pc:graphicFrameChg>
        <pc:cxnChg chg="add del mod">
          <ac:chgData name="Reimar Franke" userId="7f77c018-bd59-416f-ab47-819b19fe7820" providerId="ADAL" clId="{C9EF2DBE-2831-4294-9AF3-9781B8613360}" dt="2025-11-25T16:30:11.907" v="4595" actId="478"/>
          <ac:cxnSpMkLst>
            <pc:docMk/>
            <pc:sldMk cId="1673727423" sldId="284"/>
            <ac:cxnSpMk id="16" creationId="{C8E922FC-8905-4B5B-8BFC-EF94938B3D1C}"/>
          </ac:cxnSpMkLst>
        </pc:cxnChg>
        <pc:cxnChg chg="add del">
          <ac:chgData name="Reimar Franke" userId="7f77c018-bd59-416f-ab47-819b19fe7820" providerId="ADAL" clId="{C9EF2DBE-2831-4294-9AF3-9781B8613360}" dt="2025-11-25T16:27:33.174" v="4570" actId="478"/>
          <ac:cxnSpMkLst>
            <pc:docMk/>
            <pc:sldMk cId="1673727423" sldId="284"/>
            <ac:cxnSpMk id="25" creationId="{524F524C-723C-1B5A-AD9E-A15FB27140B2}"/>
          </ac:cxnSpMkLst>
        </pc:cxnChg>
        <pc:cxnChg chg="mod">
          <ac:chgData name="Reimar Franke" userId="7f77c018-bd59-416f-ab47-819b19fe7820" providerId="ADAL" clId="{C9EF2DBE-2831-4294-9AF3-9781B8613360}" dt="2025-11-25T16:42:32.216" v="4761" actId="478"/>
          <ac:cxnSpMkLst>
            <pc:docMk/>
            <pc:sldMk cId="1673727423" sldId="284"/>
            <ac:cxnSpMk id="33" creationId="{527DA948-117E-55C6-8F51-B583652C198C}"/>
          </ac:cxnSpMkLst>
        </pc:cxnChg>
        <pc:cxnChg chg="mod">
          <ac:chgData name="Reimar Franke" userId="7f77c018-bd59-416f-ab47-819b19fe7820" providerId="ADAL" clId="{C9EF2DBE-2831-4294-9AF3-9781B8613360}" dt="2025-11-25T16:42:32.216" v="4761" actId="478"/>
          <ac:cxnSpMkLst>
            <pc:docMk/>
            <pc:sldMk cId="1673727423" sldId="284"/>
            <ac:cxnSpMk id="58" creationId="{B750AACB-A6E8-86EC-7684-EB242CF8591F}"/>
          </ac:cxnSpMkLst>
        </pc:cxnChg>
        <pc:cxnChg chg="mod">
          <ac:chgData name="Reimar Franke" userId="7f77c018-bd59-416f-ab47-819b19fe7820" providerId="ADAL" clId="{C9EF2DBE-2831-4294-9AF3-9781B8613360}" dt="2025-11-25T16:42:32.216" v="4761" actId="478"/>
          <ac:cxnSpMkLst>
            <pc:docMk/>
            <pc:sldMk cId="1673727423" sldId="284"/>
            <ac:cxnSpMk id="60" creationId="{96C886D4-351B-D69D-3E32-E085A7783C4C}"/>
          </ac:cxnSpMkLst>
        </pc:cxnChg>
        <pc:cxnChg chg="mod">
          <ac:chgData name="Reimar Franke" userId="7f77c018-bd59-416f-ab47-819b19fe7820" providerId="ADAL" clId="{C9EF2DBE-2831-4294-9AF3-9781B8613360}" dt="2025-11-25T16:42:32.216" v="4761" actId="478"/>
          <ac:cxnSpMkLst>
            <pc:docMk/>
            <pc:sldMk cId="1673727423" sldId="284"/>
            <ac:cxnSpMk id="64" creationId="{BAB2B06E-8BC8-45A1-303C-60A85D6A8960}"/>
          </ac:cxnSpMkLst>
        </pc:cxnChg>
        <pc:cxnChg chg="mod">
          <ac:chgData name="Reimar Franke" userId="7f77c018-bd59-416f-ab47-819b19fe7820" providerId="ADAL" clId="{C9EF2DBE-2831-4294-9AF3-9781B8613360}" dt="2025-11-25T16:42:32.216" v="4761" actId="478"/>
          <ac:cxnSpMkLst>
            <pc:docMk/>
            <pc:sldMk cId="1673727423" sldId="284"/>
            <ac:cxnSpMk id="66" creationId="{8AEC963A-9B0A-8F69-85FF-21AD7303F667}"/>
          </ac:cxnSpMkLst>
        </pc:cxnChg>
        <pc:cxnChg chg="mod">
          <ac:chgData name="Reimar Franke" userId="7f77c018-bd59-416f-ab47-819b19fe7820" providerId="ADAL" clId="{C9EF2DBE-2831-4294-9AF3-9781B8613360}" dt="2025-11-25T16:42:32.216" v="4761" actId="478"/>
          <ac:cxnSpMkLst>
            <pc:docMk/>
            <pc:sldMk cId="1673727423" sldId="284"/>
            <ac:cxnSpMk id="67" creationId="{A2B1E45C-7C8F-BEE9-47C2-C0E0F46FD88E}"/>
          </ac:cxnSpMkLst>
        </pc:cxnChg>
        <pc:cxnChg chg="mod">
          <ac:chgData name="Reimar Franke" userId="7f77c018-bd59-416f-ab47-819b19fe7820" providerId="ADAL" clId="{C9EF2DBE-2831-4294-9AF3-9781B8613360}" dt="2025-11-25T16:24:36.966" v="4553" actId="208"/>
          <ac:cxnSpMkLst>
            <pc:docMk/>
            <pc:sldMk cId="1673727423" sldId="284"/>
            <ac:cxnSpMk id="70" creationId="{76768DB3-3D12-2833-AA52-FDE2FEB5A365}"/>
          </ac:cxnSpMkLst>
        </pc:cxnChg>
        <pc:cxnChg chg="mod">
          <ac:chgData name="Reimar Franke" userId="7f77c018-bd59-416f-ab47-819b19fe7820" providerId="ADAL" clId="{C9EF2DBE-2831-4294-9AF3-9781B8613360}" dt="2025-11-25T16:42:32.216" v="4761" actId="478"/>
          <ac:cxnSpMkLst>
            <pc:docMk/>
            <pc:sldMk cId="1673727423" sldId="284"/>
            <ac:cxnSpMk id="72" creationId="{AC3CE066-09A3-C433-8269-3D095E492E91}"/>
          </ac:cxnSpMkLst>
        </pc:cxnChg>
        <pc:cxnChg chg="mod">
          <ac:chgData name="Reimar Franke" userId="7f77c018-bd59-416f-ab47-819b19fe7820" providerId="ADAL" clId="{C9EF2DBE-2831-4294-9AF3-9781B8613360}" dt="2025-11-25T16:42:32.216" v="4761" actId="478"/>
          <ac:cxnSpMkLst>
            <pc:docMk/>
            <pc:sldMk cId="1673727423" sldId="284"/>
            <ac:cxnSpMk id="73" creationId="{AEA354D1-F14D-4323-2B19-3C0615BF34A7}"/>
          </ac:cxnSpMkLst>
        </pc:cxnChg>
        <pc:cxnChg chg="mod">
          <ac:chgData name="Reimar Franke" userId="7f77c018-bd59-416f-ab47-819b19fe7820" providerId="ADAL" clId="{C9EF2DBE-2831-4294-9AF3-9781B8613360}" dt="2025-11-25T16:42:32.216" v="4761" actId="478"/>
          <ac:cxnSpMkLst>
            <pc:docMk/>
            <pc:sldMk cId="1673727423" sldId="284"/>
            <ac:cxnSpMk id="75" creationId="{86CB04BC-AA50-4383-CAC6-D5F9FB9460F8}"/>
          </ac:cxnSpMkLst>
        </pc:cxnChg>
      </pc:sldChg>
      <pc:sldChg chg="add ord">
        <pc:chgData name="Reimar Franke" userId="7f77c018-bd59-416f-ab47-819b19fe7820" providerId="ADAL" clId="{C9EF2DBE-2831-4294-9AF3-9781B8613360}" dt="2025-11-25T16:42:44.314" v="4767"/>
        <pc:sldMkLst>
          <pc:docMk/>
          <pc:sldMk cId="769741329" sldId="285"/>
        </pc:sldMkLst>
      </pc:sldChg>
      <pc:sldChg chg="new del">
        <pc:chgData name="Reimar Franke" userId="7f77c018-bd59-416f-ab47-819b19fe7820" providerId="ADAL" clId="{C9EF2DBE-2831-4294-9AF3-9781B8613360}" dt="2025-11-25T15:46:04.390" v="3646" actId="680"/>
        <pc:sldMkLst>
          <pc:docMk/>
          <pc:sldMk cId="1930450863"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7A8F1-2E97-442A-A3DE-98A08CE3B9A6}" type="datetimeFigureOut">
              <a:rPr lang="de-DE" smtClean="0"/>
              <a:t>26.11.2025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FE33-4217-42D2-A2B6-93ED6DCD092C}" type="slidenum">
              <a:rPr lang="de-DE" smtClean="0"/>
              <a:t>‹Nr.›</a:t>
            </a:fld>
            <a:endParaRPr lang="de-DE"/>
          </a:p>
        </p:txBody>
      </p:sp>
    </p:spTree>
    <p:extLst>
      <p:ext uri="{BB962C8B-B14F-4D97-AF65-F5344CB8AC3E}">
        <p14:creationId xmlns:p14="http://schemas.microsoft.com/office/powerpoint/2010/main" val="1751763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CRISP-DM: Cross Industry Standard </a:t>
            </a:r>
            <a:r>
              <a:rPr lang="de-DE" dirty="0" err="1"/>
              <a:t>Process</a:t>
            </a:r>
            <a:r>
              <a:rPr lang="de-DE" dirty="0"/>
              <a:t> </a:t>
            </a:r>
            <a:r>
              <a:rPr lang="de-DE" dirty="0" err="1"/>
              <a:t>for</a:t>
            </a:r>
            <a:r>
              <a:rPr lang="de-DE" dirty="0"/>
              <a:t> Data Mining</a:t>
            </a:r>
          </a:p>
        </p:txBody>
      </p:sp>
      <p:sp>
        <p:nvSpPr>
          <p:cNvPr id="4" name="Foliennummernplatzhalter 3"/>
          <p:cNvSpPr>
            <a:spLocks noGrp="1"/>
          </p:cNvSpPr>
          <p:nvPr>
            <p:ph type="sldNum" sz="quarter" idx="5"/>
          </p:nvPr>
        </p:nvSpPr>
        <p:spPr/>
        <p:txBody>
          <a:bodyPr/>
          <a:lstStyle/>
          <a:p>
            <a:fld id="{4BD5FE33-4217-42D2-A2B6-93ED6DCD092C}" type="slidenum">
              <a:rPr lang="de-DE" smtClean="0"/>
              <a:t>2</a:t>
            </a:fld>
            <a:endParaRPr lang="de-DE"/>
          </a:p>
        </p:txBody>
      </p:sp>
    </p:spTree>
    <p:extLst>
      <p:ext uri="{BB962C8B-B14F-4D97-AF65-F5344CB8AC3E}">
        <p14:creationId xmlns:p14="http://schemas.microsoft.com/office/powerpoint/2010/main" val="1326235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Problem, dass von der KI zu lösen ist:</a:t>
            </a:r>
            <a:br>
              <a:rPr lang="de-DE"/>
            </a:br>
            <a:r>
              <a:rPr lang="de-DE"/>
              <a:t>- bestehendes Bild muss analysiert werden</a:t>
            </a:r>
          </a:p>
          <a:p>
            <a:r>
              <a:rPr lang="de-DE"/>
              <a:t>- Bild wird einer Klasse „Schere“, „Stein“ oder „Papier“ zugeordnet</a:t>
            </a:r>
          </a:p>
          <a:p>
            <a:endParaRPr lang="de-DE"/>
          </a:p>
        </p:txBody>
      </p:sp>
      <p:sp>
        <p:nvSpPr>
          <p:cNvPr id="4" name="Foliennummernplatzhalter 3"/>
          <p:cNvSpPr>
            <a:spLocks noGrp="1"/>
          </p:cNvSpPr>
          <p:nvPr>
            <p:ph type="sldNum" sz="quarter" idx="5"/>
          </p:nvPr>
        </p:nvSpPr>
        <p:spPr/>
        <p:txBody>
          <a:bodyPr/>
          <a:lstStyle/>
          <a:p>
            <a:fld id="{4BD5FE33-4217-42D2-A2B6-93ED6DCD092C}" type="slidenum">
              <a:rPr lang="de-DE" smtClean="0"/>
              <a:t>4</a:t>
            </a:fld>
            <a:endParaRPr lang="de-DE"/>
          </a:p>
        </p:txBody>
      </p:sp>
    </p:spTree>
    <p:extLst>
      <p:ext uri="{BB962C8B-B14F-4D97-AF65-F5344CB8AC3E}">
        <p14:creationId xmlns:p14="http://schemas.microsoft.com/office/powerpoint/2010/main" val="577359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Daten sind im Beispiel Bilder von Händen, die Schere, Stein oder Papier zeigen</a:t>
            </a:r>
          </a:p>
          <a:p>
            <a:r>
              <a:rPr lang="de-DE" dirty="0"/>
              <a:t>Wahlweise vorhandene Bilder oder Liveaufnahme über Kamera, Webcam,…</a:t>
            </a:r>
          </a:p>
          <a:p>
            <a:endParaRPr lang="de-DE" dirty="0"/>
          </a:p>
          <a:p>
            <a:r>
              <a:rPr lang="de-DE" dirty="0"/>
              <a:t>In der </a:t>
            </a:r>
            <a:r>
              <a:rPr lang="de-DE" dirty="0" err="1"/>
              <a:t>Teachable</a:t>
            </a:r>
            <a:r>
              <a:rPr lang="de-DE" dirty="0"/>
              <a:t> </a:t>
            </a:r>
            <a:r>
              <a:rPr lang="de-DE" dirty="0" err="1"/>
              <a:t>Machine</a:t>
            </a:r>
            <a:r>
              <a:rPr lang="de-DE" dirty="0"/>
              <a:t> auf </a:t>
            </a:r>
          </a:p>
          <a:p>
            <a:endParaRPr lang="de-DE" dirty="0"/>
          </a:p>
          <a:p>
            <a:r>
              <a:rPr lang="de-DE" dirty="0"/>
              <a:t>Daten verstehen entfällt mehr oder weniger, da das menschliche Gehirn ein gesehenes Bild direkt interpretiert </a:t>
            </a:r>
          </a:p>
        </p:txBody>
      </p:sp>
      <p:sp>
        <p:nvSpPr>
          <p:cNvPr id="4" name="Foliennummernplatzhalter 3"/>
          <p:cNvSpPr>
            <a:spLocks noGrp="1"/>
          </p:cNvSpPr>
          <p:nvPr>
            <p:ph type="sldNum" sz="quarter" idx="5"/>
          </p:nvPr>
        </p:nvSpPr>
        <p:spPr/>
        <p:txBody>
          <a:bodyPr/>
          <a:lstStyle/>
          <a:p>
            <a:fld id="{4BD5FE33-4217-42D2-A2B6-93ED6DCD092C}" type="slidenum">
              <a:rPr lang="de-DE" smtClean="0"/>
              <a:t>5</a:t>
            </a:fld>
            <a:endParaRPr lang="de-DE"/>
          </a:p>
        </p:txBody>
      </p:sp>
    </p:spTree>
    <p:extLst>
      <p:ext uri="{BB962C8B-B14F-4D97-AF65-F5344CB8AC3E}">
        <p14:creationId xmlns:p14="http://schemas.microsoft.com/office/powerpoint/2010/main" val="1281288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Daten aufbereiten heißt im Beispiel nicht aussagekräftige Bilder direkt auszusortieren, z.B.</a:t>
            </a:r>
          </a:p>
          <a:p>
            <a:r>
              <a:rPr lang="de-DE" dirty="0"/>
              <a:t>- beschädigte Dateien</a:t>
            </a:r>
          </a:p>
          <a:p>
            <a:r>
              <a:rPr lang="de-DE" dirty="0"/>
              <a:t>- über- oder unterbelichtete Bilder</a:t>
            </a:r>
          </a:p>
          <a:p>
            <a:r>
              <a:rPr lang="de-DE" dirty="0"/>
              <a:t>- Bilder auf denen keine Hand zu sehen ist.</a:t>
            </a:r>
          </a:p>
          <a:p>
            <a:r>
              <a:rPr lang="de-DE" dirty="0"/>
              <a:t>Außerdem müssen beim </a:t>
            </a:r>
            <a:r>
              <a:rPr lang="de-DE" dirty="0" err="1"/>
              <a:t>Supervised</a:t>
            </a:r>
            <a:r>
              <a:rPr lang="de-DE" dirty="0"/>
              <a:t> Learning die einzelnen Ergebnisklassen noch gelabelt werden, also mit Schere, Stein, Papier beschriftet werden.</a:t>
            </a:r>
          </a:p>
        </p:txBody>
      </p:sp>
      <p:sp>
        <p:nvSpPr>
          <p:cNvPr id="4" name="Foliennummernplatzhalter 3"/>
          <p:cNvSpPr>
            <a:spLocks noGrp="1"/>
          </p:cNvSpPr>
          <p:nvPr>
            <p:ph type="sldNum" sz="quarter" idx="5"/>
          </p:nvPr>
        </p:nvSpPr>
        <p:spPr/>
        <p:txBody>
          <a:bodyPr/>
          <a:lstStyle/>
          <a:p>
            <a:fld id="{4BD5FE33-4217-42D2-A2B6-93ED6DCD092C}" type="slidenum">
              <a:rPr lang="de-DE" smtClean="0"/>
              <a:t>6</a:t>
            </a:fld>
            <a:endParaRPr lang="de-DE"/>
          </a:p>
        </p:txBody>
      </p:sp>
    </p:spTree>
    <p:extLst>
      <p:ext uri="{BB962C8B-B14F-4D97-AF65-F5344CB8AC3E}">
        <p14:creationId xmlns:p14="http://schemas.microsoft.com/office/powerpoint/2010/main" val="124416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Wechsel im CRISP-DM von „Modell erstellen &amp; trainieren“ zu „Evaluation“</a:t>
            </a:r>
          </a:p>
        </p:txBody>
      </p:sp>
      <p:sp>
        <p:nvSpPr>
          <p:cNvPr id="4" name="Foliennummernplatzhalter 3"/>
          <p:cNvSpPr>
            <a:spLocks noGrp="1"/>
          </p:cNvSpPr>
          <p:nvPr>
            <p:ph type="sldNum" sz="quarter" idx="5"/>
          </p:nvPr>
        </p:nvSpPr>
        <p:spPr/>
        <p:txBody>
          <a:bodyPr/>
          <a:lstStyle/>
          <a:p>
            <a:fld id="{4BD5FE33-4217-42D2-A2B6-93ED6DCD092C}" type="slidenum">
              <a:rPr lang="de-DE" smtClean="0"/>
              <a:t>9</a:t>
            </a:fld>
            <a:endParaRPr lang="de-DE"/>
          </a:p>
        </p:txBody>
      </p:sp>
    </p:spTree>
    <p:extLst>
      <p:ext uri="{BB962C8B-B14F-4D97-AF65-F5344CB8AC3E}">
        <p14:creationId xmlns:p14="http://schemas.microsoft.com/office/powerpoint/2010/main" val="208960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Wechsel im CRISP-DM zurück zu „Modell erstellen &amp; trainieren“</a:t>
            </a:r>
          </a:p>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10</a:t>
            </a:fld>
            <a:endParaRPr lang="de-DE"/>
          </a:p>
        </p:txBody>
      </p:sp>
    </p:spTree>
    <p:extLst>
      <p:ext uri="{BB962C8B-B14F-4D97-AF65-F5344CB8AC3E}">
        <p14:creationId xmlns:p14="http://schemas.microsoft.com/office/powerpoint/2010/main" val="843021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1BC23E3-4510-413A-9361-7EEE4D3F2E84}" type="datetime1">
              <a:rPr lang="de-DE" smtClean="0"/>
              <a:t>26.11.2025</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t>‹Nr.›</a:t>
            </a:fld>
            <a:endParaRPr lang="de-DE"/>
          </a:p>
        </p:txBody>
      </p:sp>
      <p:sp>
        <p:nvSpPr>
          <p:cNvPr id="3" name="Fußzeilenplatzhalter 2">
            <a:extLst>
              <a:ext uri="{FF2B5EF4-FFF2-40B4-BE49-F238E27FC236}">
                <a16:creationId xmlns:a16="http://schemas.microsoft.com/office/drawing/2014/main" id="{7F76B9BF-0406-764A-A3AE-DEC5AD580CC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232259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7" name="Untertitel 2"/>
          <p:cNvSpPr>
            <a:spLocks noGrp="1"/>
          </p:cNvSpPr>
          <p:nvPr>
            <p:ph type="subTitle" idx="1" hasCustomPrompt="1"/>
          </p:nvPr>
        </p:nvSpPr>
        <p:spPr>
          <a:xfrm>
            <a:off x="388003" y="3959588"/>
            <a:ext cx="11410123" cy="756000"/>
          </a:xfrm>
          <a:solidFill>
            <a:srgbClr val="FFCD00"/>
          </a:solidFill>
        </p:spPr>
        <p:txBody>
          <a:bodyPr anchor="ctr">
            <a:normAutofit/>
          </a:bodyPr>
          <a:lstStyle>
            <a:lvl1pPr algn="ctr">
              <a:defRPr sz="3200">
                <a:solidFill>
                  <a:schemeClr val="accent5">
                    <a:lumMod val="75000"/>
                  </a:schemeClr>
                </a:solidFill>
                <a:latin typeface="Roboto" panose="02000000000000000000" pitchFamily="2" charset="0"/>
                <a:ea typeface="Roboto" panose="02000000000000000000" pitchFamily="2" charset="0"/>
              </a:defRPr>
            </a:lvl1pPr>
          </a:lstStyle>
          <a:p>
            <a:r>
              <a:rPr lang="de-DE" sz="3200" spc="200" err="1">
                <a:solidFill>
                  <a:srgbClr val="2B418E"/>
                </a:solidFill>
                <a:latin typeface="Roboto" panose="02000000000000000000" pitchFamily="2" charset="0"/>
                <a:ea typeface="Roboto" panose="02000000000000000000" pitchFamily="2" charset="0"/>
              </a:rPr>
              <a:t>Subline</a:t>
            </a:r>
            <a:endParaRPr lang="de-DE" sz="3200" spc="200">
              <a:solidFill>
                <a:srgbClr val="2B418E"/>
              </a:solidFill>
              <a:latin typeface="Roboto" panose="02000000000000000000" pitchFamily="2" charset="0"/>
              <a:ea typeface="Roboto" panose="02000000000000000000" pitchFamily="2" charset="0"/>
            </a:endParaRPr>
          </a:p>
        </p:txBody>
      </p:sp>
      <p:sp>
        <p:nvSpPr>
          <p:cNvPr id="8" name="Titel 1"/>
          <p:cNvSpPr>
            <a:spLocks noGrp="1"/>
          </p:cNvSpPr>
          <p:nvPr>
            <p:ph type="ctrTitle" hasCustomPrompt="1"/>
          </p:nvPr>
        </p:nvSpPr>
        <p:spPr>
          <a:xfrm>
            <a:off x="388002" y="1439999"/>
            <a:ext cx="11410123" cy="2520000"/>
          </a:xfrm>
          <a:solidFill>
            <a:srgbClr val="2B418E"/>
          </a:solidFill>
        </p:spPr>
        <p:txBody>
          <a:bodyPr anchor="ctr">
            <a:normAutofit/>
          </a:bodyPr>
          <a:lstStyle>
            <a:lvl1pPr>
              <a:defRPr sz="4400">
                <a:solidFill>
                  <a:schemeClr val="bg1"/>
                </a:solidFill>
              </a:defRPr>
            </a:lvl1pPr>
          </a:lstStyle>
          <a:p>
            <a:r>
              <a:rPr lang="de-DE" altLang="de-DE" sz="4400" b="1">
                <a:solidFill>
                  <a:schemeClr val="bg1"/>
                </a:solidFill>
                <a:latin typeface="Roboto Slab" pitchFamily="2" charset="0"/>
                <a:ea typeface="Roboto Slab" pitchFamily="2" charset="0"/>
              </a:rPr>
              <a:t>Headline</a:t>
            </a:r>
            <a:endParaRPr lang="de-DE" sz="4400" b="1">
              <a:latin typeface="Roboto Slab" pitchFamily="2" charset="0"/>
              <a:ea typeface="Roboto Slab" pitchFamily="2" charset="0"/>
            </a:endParaRPr>
          </a:p>
        </p:txBody>
      </p:sp>
      <p:sp>
        <p:nvSpPr>
          <p:cNvPr id="2" name="Fußzeilenplatzhalter 1">
            <a:extLst>
              <a:ext uri="{FF2B5EF4-FFF2-40B4-BE49-F238E27FC236}">
                <a16:creationId xmlns:a16="http://schemas.microsoft.com/office/drawing/2014/main" id="{6323C46C-563A-C940-92F4-FEC0E92C53F7}"/>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482181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2304000"/>
            <a:ext cx="11410124" cy="4153080"/>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a:solidFill>
                  <a:schemeClr val="tx1">
                    <a:lumMod val="65000"/>
                    <a:lumOff val="35000"/>
                  </a:schemeClr>
                </a:solidFill>
                <a:latin typeface="Roboto" panose="02000000000000000000" pitchFamily="2" charset="0"/>
                <a:ea typeface="Roboto" panose="02000000000000000000" pitchFamily="2" charset="0"/>
              </a:rPr>
              <a:t>Aufzählung:</a:t>
            </a:r>
            <a:br>
              <a:rPr lang="de-DE" sz="2000" b="1">
                <a:solidFill>
                  <a:schemeClr val="tx1">
                    <a:lumMod val="65000"/>
                    <a:lumOff val="35000"/>
                  </a:schemeClr>
                </a:solidFill>
                <a:latin typeface="Roboto" panose="02000000000000000000" pitchFamily="2" charset="0"/>
                <a:ea typeface="Roboto" panose="02000000000000000000" pitchFamily="2" charset="0"/>
              </a:rPr>
            </a:b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Title 1"/>
          <p:cNvSpPr>
            <a:spLocks noGrp="1"/>
          </p:cNvSpPr>
          <p:nvPr>
            <p:ph type="title" hasCustomPrompt="1"/>
          </p:nvPr>
        </p:nvSpPr>
        <p:spPr>
          <a:xfrm>
            <a:off x="400277" y="1445754"/>
            <a:ext cx="11410124" cy="646331"/>
          </a:xfrm>
          <a:solidFill>
            <a:srgbClr val="2B418E"/>
          </a:solidFill>
        </p:spPr>
        <p:txBody>
          <a:bodyPr wrap="square">
            <a:spAutoFit/>
          </a:bodyPr>
          <a:lstStyle>
            <a:lvl1pPr algn="l">
              <a:defRPr sz="2000" b="1">
                <a:solidFill>
                  <a:schemeClr val="bg1"/>
                </a:solidFill>
              </a:defRPr>
            </a:lvl1pPr>
          </a:lstStyle>
          <a:p>
            <a:r>
              <a:rPr lang="de-DE"/>
              <a:t>Überschrift</a:t>
            </a:r>
            <a:br>
              <a:rPr lang="de-DE"/>
            </a:br>
            <a:r>
              <a:rPr lang="de-DE"/>
              <a:t>maximal 2 Zeilen</a:t>
            </a:r>
            <a:endParaRPr lang="en-US"/>
          </a:p>
        </p:txBody>
      </p:sp>
      <p:sp>
        <p:nvSpPr>
          <p:cNvPr id="2" name="Fußzeilenplatzhalter 1">
            <a:extLst>
              <a:ext uri="{FF2B5EF4-FFF2-40B4-BE49-F238E27FC236}">
                <a16:creationId xmlns:a16="http://schemas.microsoft.com/office/drawing/2014/main" id="{39ADA1F3-7414-E348-8F03-4F47E182C581}"/>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4116819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1386038"/>
            <a:ext cx="11410124" cy="5071042"/>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a:solidFill>
                  <a:schemeClr val="tx1">
                    <a:lumMod val="65000"/>
                    <a:lumOff val="35000"/>
                  </a:schemeClr>
                </a:solidFill>
                <a:latin typeface="Roboto" panose="02000000000000000000" pitchFamily="2" charset="0"/>
                <a:ea typeface="Roboto" panose="02000000000000000000" pitchFamily="2" charset="0"/>
              </a:rPr>
              <a:t>Aufzählung:</a:t>
            </a:r>
            <a:br>
              <a:rPr lang="de-DE" sz="2000" b="1">
                <a:solidFill>
                  <a:schemeClr val="tx1">
                    <a:lumMod val="65000"/>
                    <a:lumOff val="35000"/>
                  </a:schemeClr>
                </a:solidFill>
                <a:latin typeface="Roboto" panose="02000000000000000000" pitchFamily="2" charset="0"/>
                <a:ea typeface="Roboto" panose="02000000000000000000" pitchFamily="2" charset="0"/>
              </a:rPr>
            </a:b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2" name="Fußzeilenplatzhalter 1">
            <a:extLst>
              <a:ext uri="{FF2B5EF4-FFF2-40B4-BE49-F238E27FC236}">
                <a16:creationId xmlns:a16="http://schemas.microsoft.com/office/drawing/2014/main" id="{D295CA11-9812-1547-A9A0-1EEEC47FC47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67284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Spalten-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2304000"/>
            <a:ext cx="5626107" cy="4153080"/>
          </a:xfrm>
        </p:spPr>
        <p:txBody>
          <a:bodyPr>
            <a:noAutofit/>
          </a:bodyPr>
          <a:lstStyle>
            <a:lvl1pPr marL="0" indent="0">
              <a:buNone/>
              <a:defRPr/>
            </a:lvl1pPr>
          </a:lstStyle>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Inhaltsplatzhalter 2"/>
          <p:cNvSpPr>
            <a:spLocks noGrp="1"/>
          </p:cNvSpPr>
          <p:nvPr>
            <p:ph idx="13" hasCustomPrompt="1"/>
          </p:nvPr>
        </p:nvSpPr>
        <p:spPr>
          <a:xfrm>
            <a:off x="6135198" y="2295485"/>
            <a:ext cx="5626107" cy="4153080"/>
          </a:xfrm>
        </p:spPr>
        <p:txBody>
          <a:bodyPr>
            <a:noAutofit/>
          </a:bodyPr>
          <a:lstStyle>
            <a:lvl1pPr marL="0" indent="0">
              <a:buNone/>
              <a:defRPr/>
            </a:lvl1pPr>
          </a:lstStyle>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9" name="Title 1"/>
          <p:cNvSpPr>
            <a:spLocks noGrp="1"/>
          </p:cNvSpPr>
          <p:nvPr>
            <p:ph type="title" hasCustomPrompt="1"/>
          </p:nvPr>
        </p:nvSpPr>
        <p:spPr>
          <a:xfrm>
            <a:off x="388003" y="1451891"/>
            <a:ext cx="11410124" cy="646331"/>
          </a:xfrm>
          <a:solidFill>
            <a:srgbClr val="2B418E"/>
          </a:solidFill>
        </p:spPr>
        <p:txBody>
          <a:bodyPr wrap="square">
            <a:spAutoFit/>
          </a:bodyPr>
          <a:lstStyle>
            <a:lvl1pPr algn="l">
              <a:defRPr sz="2000" b="1">
                <a:solidFill>
                  <a:schemeClr val="bg1"/>
                </a:solidFill>
              </a:defRPr>
            </a:lvl1pPr>
          </a:lstStyle>
          <a:p>
            <a:r>
              <a:rPr lang="de-DE"/>
              <a:t>Überschrift</a:t>
            </a:r>
            <a:br>
              <a:rPr lang="de-DE"/>
            </a:br>
            <a:r>
              <a:rPr lang="de-DE"/>
              <a:t>maximal 2 Zeilen</a:t>
            </a:r>
            <a:endParaRPr lang="en-US"/>
          </a:p>
        </p:txBody>
      </p:sp>
      <p:sp>
        <p:nvSpPr>
          <p:cNvPr id="2" name="Fußzeilenplatzhalter 1">
            <a:extLst>
              <a:ext uri="{FF2B5EF4-FFF2-40B4-BE49-F238E27FC236}">
                <a16:creationId xmlns:a16="http://schemas.microsoft.com/office/drawing/2014/main" id="{929FB456-7ECE-6841-8927-D979B8552058}"/>
              </a:ext>
            </a:extLst>
          </p:cNvPr>
          <p:cNvSpPr>
            <a:spLocks noGrp="1"/>
          </p:cNvSpPr>
          <p:nvPr>
            <p:ph type="ftr" sz="quarter" idx="14"/>
          </p:nvPr>
        </p:nvSpPr>
        <p:spPr/>
        <p:txBody>
          <a:bodyPr/>
          <a:lstStyle/>
          <a:p>
            <a:endParaRPr lang="de-DE"/>
          </a:p>
        </p:txBody>
      </p:sp>
    </p:spTree>
    <p:extLst>
      <p:ext uri="{BB962C8B-B14F-4D97-AF65-F5344CB8AC3E}">
        <p14:creationId xmlns:p14="http://schemas.microsoft.com/office/powerpoint/2010/main" val="335027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1BC23E3-4510-413A-9361-7EEE4D3F2E84}" type="datetime1">
              <a:rPr lang="de-DE" smtClean="0"/>
              <a:t>26.11.2025</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t>‹Nr.›</a:t>
            </a:fld>
            <a:endParaRPr lang="de-DE"/>
          </a:p>
        </p:txBody>
      </p:sp>
      <p:sp>
        <p:nvSpPr>
          <p:cNvPr id="3" name="Fußzeilenplatzhalter 2">
            <a:extLst>
              <a:ext uri="{FF2B5EF4-FFF2-40B4-BE49-F238E27FC236}">
                <a16:creationId xmlns:a16="http://schemas.microsoft.com/office/drawing/2014/main" id="{7F76B9BF-0406-764A-A3AE-DEC5AD580CC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535652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7" name="Untertitel 2"/>
          <p:cNvSpPr>
            <a:spLocks noGrp="1"/>
          </p:cNvSpPr>
          <p:nvPr>
            <p:ph type="subTitle" idx="1" hasCustomPrompt="1"/>
          </p:nvPr>
        </p:nvSpPr>
        <p:spPr>
          <a:xfrm>
            <a:off x="388003" y="3959588"/>
            <a:ext cx="11410123" cy="756000"/>
          </a:xfrm>
          <a:solidFill>
            <a:srgbClr val="FFCD00"/>
          </a:solidFill>
        </p:spPr>
        <p:txBody>
          <a:bodyPr anchor="ctr">
            <a:normAutofit/>
          </a:bodyPr>
          <a:lstStyle>
            <a:lvl1pPr algn="ctr">
              <a:defRPr sz="3200">
                <a:solidFill>
                  <a:schemeClr val="accent5">
                    <a:lumMod val="75000"/>
                  </a:schemeClr>
                </a:solidFill>
                <a:latin typeface="Roboto" panose="02000000000000000000" pitchFamily="2" charset="0"/>
                <a:ea typeface="Roboto" panose="02000000000000000000" pitchFamily="2" charset="0"/>
              </a:defRPr>
            </a:lvl1pPr>
          </a:lstStyle>
          <a:p>
            <a:r>
              <a:rPr lang="de-DE" sz="3200" spc="200" err="1">
                <a:solidFill>
                  <a:srgbClr val="2B418E"/>
                </a:solidFill>
                <a:latin typeface="Roboto" panose="02000000000000000000" pitchFamily="2" charset="0"/>
                <a:ea typeface="Roboto" panose="02000000000000000000" pitchFamily="2" charset="0"/>
              </a:rPr>
              <a:t>Subline</a:t>
            </a:r>
            <a:endParaRPr lang="de-DE" sz="3200" spc="200">
              <a:solidFill>
                <a:srgbClr val="2B418E"/>
              </a:solidFill>
              <a:latin typeface="Roboto" panose="02000000000000000000" pitchFamily="2" charset="0"/>
              <a:ea typeface="Roboto" panose="02000000000000000000" pitchFamily="2" charset="0"/>
            </a:endParaRPr>
          </a:p>
        </p:txBody>
      </p:sp>
      <p:sp>
        <p:nvSpPr>
          <p:cNvPr id="8" name="Titel 1"/>
          <p:cNvSpPr>
            <a:spLocks noGrp="1"/>
          </p:cNvSpPr>
          <p:nvPr>
            <p:ph type="ctrTitle" hasCustomPrompt="1"/>
          </p:nvPr>
        </p:nvSpPr>
        <p:spPr>
          <a:xfrm>
            <a:off x="388002" y="1439999"/>
            <a:ext cx="11410123" cy="2520000"/>
          </a:xfrm>
          <a:solidFill>
            <a:srgbClr val="2B418E"/>
          </a:solidFill>
        </p:spPr>
        <p:txBody>
          <a:bodyPr anchor="ctr">
            <a:normAutofit/>
          </a:bodyPr>
          <a:lstStyle>
            <a:lvl1pPr>
              <a:defRPr sz="4400">
                <a:solidFill>
                  <a:schemeClr val="bg1"/>
                </a:solidFill>
              </a:defRPr>
            </a:lvl1pPr>
          </a:lstStyle>
          <a:p>
            <a:r>
              <a:rPr lang="de-DE" altLang="de-DE" sz="4400" b="1">
                <a:solidFill>
                  <a:schemeClr val="bg1"/>
                </a:solidFill>
                <a:latin typeface="Roboto Slab" pitchFamily="2" charset="0"/>
                <a:ea typeface="Roboto Slab" pitchFamily="2" charset="0"/>
              </a:rPr>
              <a:t>Headline</a:t>
            </a:r>
            <a:endParaRPr lang="de-DE" sz="4400" b="1">
              <a:latin typeface="Roboto Slab" pitchFamily="2" charset="0"/>
              <a:ea typeface="Roboto Slab" pitchFamily="2" charset="0"/>
            </a:endParaRPr>
          </a:p>
        </p:txBody>
      </p:sp>
      <p:sp>
        <p:nvSpPr>
          <p:cNvPr id="2" name="Fußzeilenplatzhalter 1">
            <a:extLst>
              <a:ext uri="{FF2B5EF4-FFF2-40B4-BE49-F238E27FC236}">
                <a16:creationId xmlns:a16="http://schemas.microsoft.com/office/drawing/2014/main" id="{6323C46C-563A-C940-92F4-FEC0E92C53F7}"/>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4326216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1039839"/>
            <a:ext cx="11410124" cy="5417242"/>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a:solidFill>
                  <a:schemeClr val="tx1">
                    <a:lumMod val="65000"/>
                    <a:lumOff val="35000"/>
                  </a:schemeClr>
                </a:solidFill>
                <a:latin typeface="Roboto" panose="02000000000000000000" pitchFamily="2" charset="0"/>
                <a:ea typeface="Roboto" panose="02000000000000000000" pitchFamily="2" charset="0"/>
              </a:rPr>
              <a:t>Aufzählung:</a:t>
            </a:r>
            <a:br>
              <a:rPr lang="de-DE" sz="2000" b="1">
                <a:solidFill>
                  <a:schemeClr val="tx1">
                    <a:lumMod val="65000"/>
                    <a:lumOff val="35000"/>
                  </a:schemeClr>
                </a:solidFill>
                <a:latin typeface="Roboto" panose="02000000000000000000" pitchFamily="2" charset="0"/>
                <a:ea typeface="Roboto" panose="02000000000000000000" pitchFamily="2" charset="0"/>
              </a:rPr>
            </a:b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Title 1"/>
          <p:cNvSpPr>
            <a:spLocks noGrp="1"/>
          </p:cNvSpPr>
          <p:nvPr>
            <p:ph type="title" hasCustomPrompt="1"/>
          </p:nvPr>
        </p:nvSpPr>
        <p:spPr>
          <a:xfrm>
            <a:off x="390938" y="171135"/>
            <a:ext cx="11410124" cy="646331"/>
          </a:xfrm>
          <a:solidFill>
            <a:srgbClr val="2B418E"/>
          </a:solidFill>
        </p:spPr>
        <p:txBody>
          <a:bodyPr wrap="square">
            <a:spAutoFit/>
          </a:bodyPr>
          <a:lstStyle>
            <a:lvl1pPr algn="l">
              <a:defRPr sz="2000" b="1">
                <a:solidFill>
                  <a:schemeClr val="bg1"/>
                </a:solidFill>
              </a:defRPr>
            </a:lvl1pPr>
          </a:lstStyle>
          <a:p>
            <a:r>
              <a:rPr lang="de-DE"/>
              <a:t>Überschrift</a:t>
            </a:r>
            <a:br>
              <a:rPr lang="de-DE"/>
            </a:br>
            <a:r>
              <a:rPr lang="de-DE"/>
              <a:t>maximal 2 Zeilen</a:t>
            </a:r>
            <a:endParaRPr lang="en-US"/>
          </a:p>
        </p:txBody>
      </p:sp>
      <p:sp>
        <p:nvSpPr>
          <p:cNvPr id="2" name="Fußzeilenplatzhalter 1">
            <a:extLst>
              <a:ext uri="{FF2B5EF4-FFF2-40B4-BE49-F238E27FC236}">
                <a16:creationId xmlns:a16="http://schemas.microsoft.com/office/drawing/2014/main" id="{39ADA1F3-7414-E348-8F03-4F47E182C581}"/>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037962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1089891"/>
            <a:ext cx="11410124" cy="5367189"/>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a:solidFill>
                  <a:schemeClr val="tx1">
                    <a:lumMod val="65000"/>
                    <a:lumOff val="35000"/>
                  </a:schemeClr>
                </a:solidFill>
                <a:latin typeface="Roboto" panose="02000000000000000000" pitchFamily="2" charset="0"/>
                <a:ea typeface="Roboto" panose="02000000000000000000" pitchFamily="2" charset="0"/>
              </a:rPr>
              <a:t>Aufzählung:</a:t>
            </a:r>
            <a:br>
              <a:rPr lang="de-DE" sz="2000" b="1">
                <a:solidFill>
                  <a:schemeClr val="tx1">
                    <a:lumMod val="65000"/>
                    <a:lumOff val="35000"/>
                  </a:schemeClr>
                </a:solidFill>
                <a:latin typeface="Roboto" panose="02000000000000000000" pitchFamily="2" charset="0"/>
                <a:ea typeface="Roboto" panose="02000000000000000000" pitchFamily="2" charset="0"/>
              </a:rPr>
            </a:b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2" name="Fußzeilenplatzhalter 1">
            <a:extLst>
              <a:ext uri="{FF2B5EF4-FFF2-40B4-BE49-F238E27FC236}">
                <a16:creationId xmlns:a16="http://schemas.microsoft.com/office/drawing/2014/main" id="{D295CA11-9812-1547-A9A0-1EEEC47FC47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180111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Spalten-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26.11.2025</a:t>
            </a:fld>
            <a:endParaRPr lang="de-DE"/>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a:p>
        </p:txBody>
      </p:sp>
      <p:sp>
        <p:nvSpPr>
          <p:cNvPr id="6" name="Inhaltsplatzhalter 2"/>
          <p:cNvSpPr>
            <a:spLocks noGrp="1"/>
          </p:cNvSpPr>
          <p:nvPr>
            <p:ph idx="1" hasCustomPrompt="1"/>
          </p:nvPr>
        </p:nvSpPr>
        <p:spPr>
          <a:xfrm>
            <a:off x="351181" y="1089891"/>
            <a:ext cx="5626107" cy="5367189"/>
          </a:xfrm>
        </p:spPr>
        <p:txBody>
          <a:bodyPr>
            <a:noAutofit/>
          </a:bodyPr>
          <a:lstStyle>
            <a:lvl1pPr marL="0" indent="0">
              <a:buNone/>
              <a:defRPr/>
            </a:lvl1pPr>
          </a:lstStyle>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Inhaltsplatzhalter 2"/>
          <p:cNvSpPr>
            <a:spLocks noGrp="1"/>
          </p:cNvSpPr>
          <p:nvPr>
            <p:ph idx="13" hasCustomPrompt="1"/>
          </p:nvPr>
        </p:nvSpPr>
        <p:spPr>
          <a:xfrm>
            <a:off x="6135198" y="1089891"/>
            <a:ext cx="5626107" cy="5358674"/>
          </a:xfrm>
        </p:spPr>
        <p:txBody>
          <a:bodyPr>
            <a:noAutofit/>
          </a:bodyPr>
          <a:lstStyle>
            <a:lvl1pPr marL="0" indent="0">
              <a:buNone/>
              <a:defRPr/>
            </a:lvl1pPr>
          </a:lstStyle>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a:t>Dritte Ebene</a:t>
            </a:r>
          </a:p>
          <a:p>
            <a:pPr lvl="3"/>
            <a:r>
              <a:rPr lang="de-DE"/>
              <a:t>Vierte Ebene</a:t>
            </a:r>
          </a:p>
          <a:p>
            <a:pPr lvl="4"/>
            <a:r>
              <a:rPr lang="de-DE"/>
              <a:t>Fünfte Ebene</a:t>
            </a:r>
          </a:p>
          <a:p>
            <a:pPr>
              <a:lnSpc>
                <a:spcPct val="120000"/>
              </a:lnSpc>
            </a:pPr>
            <a:r>
              <a:rPr lang="de-DE" sz="200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a:solidFill>
                <a:schemeClr val="tx1">
                  <a:lumMod val="65000"/>
                  <a:lumOff val="35000"/>
                </a:schemeClr>
              </a:solidFill>
              <a:latin typeface="Roboto" panose="02000000000000000000" pitchFamily="2" charset="0"/>
              <a:ea typeface="Roboto" panose="02000000000000000000" pitchFamily="2" charset="0"/>
            </a:endParaRPr>
          </a:p>
        </p:txBody>
      </p:sp>
      <p:sp>
        <p:nvSpPr>
          <p:cNvPr id="9" name="Title 1"/>
          <p:cNvSpPr>
            <a:spLocks noGrp="1"/>
          </p:cNvSpPr>
          <p:nvPr>
            <p:ph type="title" hasCustomPrompt="1"/>
          </p:nvPr>
        </p:nvSpPr>
        <p:spPr>
          <a:xfrm>
            <a:off x="351181" y="168037"/>
            <a:ext cx="11410124" cy="646331"/>
          </a:xfrm>
          <a:solidFill>
            <a:srgbClr val="2B418E"/>
          </a:solidFill>
        </p:spPr>
        <p:txBody>
          <a:bodyPr wrap="square">
            <a:spAutoFit/>
          </a:bodyPr>
          <a:lstStyle>
            <a:lvl1pPr algn="l">
              <a:defRPr sz="2000" b="1">
                <a:solidFill>
                  <a:schemeClr val="bg1"/>
                </a:solidFill>
              </a:defRPr>
            </a:lvl1pPr>
          </a:lstStyle>
          <a:p>
            <a:r>
              <a:rPr lang="de-DE"/>
              <a:t>Überschrift</a:t>
            </a:r>
            <a:br>
              <a:rPr lang="de-DE"/>
            </a:br>
            <a:r>
              <a:rPr lang="de-DE"/>
              <a:t>maximal 2 Zeilen</a:t>
            </a:r>
            <a:endParaRPr lang="en-US"/>
          </a:p>
        </p:txBody>
      </p:sp>
      <p:sp>
        <p:nvSpPr>
          <p:cNvPr id="2" name="Fußzeilenplatzhalter 1">
            <a:extLst>
              <a:ext uri="{FF2B5EF4-FFF2-40B4-BE49-F238E27FC236}">
                <a16:creationId xmlns:a16="http://schemas.microsoft.com/office/drawing/2014/main" id="{929FB456-7ECE-6841-8927-D979B8552058}"/>
              </a:ext>
            </a:extLst>
          </p:cNvPr>
          <p:cNvSpPr>
            <a:spLocks noGrp="1"/>
          </p:cNvSpPr>
          <p:nvPr>
            <p:ph type="ftr" sz="quarter" idx="14"/>
          </p:nvPr>
        </p:nvSpPr>
        <p:spPr/>
        <p:txBody>
          <a:bodyPr/>
          <a:lstStyle/>
          <a:p>
            <a:endParaRPr lang="de-DE"/>
          </a:p>
        </p:txBody>
      </p:sp>
    </p:spTree>
    <p:extLst>
      <p:ext uri="{BB962C8B-B14F-4D97-AF65-F5344CB8AC3E}">
        <p14:creationId xmlns:p14="http://schemas.microsoft.com/office/powerpoint/2010/main" val="30323772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02F9D49-4CB7-4444-915C-FDDFCF5AC699}"/>
              </a:ext>
            </a:extLst>
          </p:cNvPr>
          <p:cNvSpPr/>
          <p:nvPr userDrawn="1"/>
        </p:nvSpPr>
        <p:spPr>
          <a:xfrm>
            <a:off x="0" y="6629400"/>
            <a:ext cx="12192000" cy="228600"/>
          </a:xfrm>
          <a:prstGeom prst="rect">
            <a:avLst/>
          </a:prstGeom>
          <a:solidFill>
            <a:srgbClr val="274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838200" y="1123121"/>
            <a:ext cx="10515600" cy="1719469"/>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41513" y="2842591"/>
            <a:ext cx="10515600" cy="3786809"/>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51181" y="6629400"/>
            <a:ext cx="2743200" cy="228600"/>
          </a:xfrm>
          <a:prstGeom prst="rect">
            <a:avLst/>
          </a:prstGeom>
        </p:spPr>
        <p:txBody>
          <a:bodyPr vert="horz" lIns="91440" tIns="45720" rIns="91440" bIns="45720" rtlCol="0" anchor="ctr"/>
          <a:lstStyle>
            <a:lvl1pPr algn="l">
              <a:defRPr sz="1200">
                <a:solidFill>
                  <a:schemeClr val="bg1">
                    <a:lumMod val="95000"/>
                  </a:schemeClr>
                </a:solidFill>
              </a:defRPr>
            </a:lvl1pPr>
          </a:lstStyle>
          <a:p>
            <a:fld id="{DFF21B63-CC14-4CF7-B236-95F232F15D6B}" type="datetime1">
              <a:rPr lang="de-DE" smtClean="0"/>
              <a:t>26.11.2025</a:t>
            </a:fld>
            <a:endParaRPr lang="de-DE"/>
          </a:p>
        </p:txBody>
      </p:sp>
      <p:sp>
        <p:nvSpPr>
          <p:cNvPr id="6" name="Foliennummernplatzhalter 5"/>
          <p:cNvSpPr>
            <a:spLocks noGrp="1"/>
          </p:cNvSpPr>
          <p:nvPr>
            <p:ph type="sldNum" sz="quarter" idx="4"/>
          </p:nvPr>
        </p:nvSpPr>
        <p:spPr>
          <a:xfrm>
            <a:off x="9018105" y="6629400"/>
            <a:ext cx="2743200" cy="228599"/>
          </a:xfrm>
          <a:prstGeom prst="rect">
            <a:avLst/>
          </a:prstGeom>
        </p:spPr>
        <p:txBody>
          <a:bodyPr vert="horz" lIns="91440" tIns="45720" rIns="91440" bIns="45720" rtlCol="0" anchor="ctr"/>
          <a:lstStyle>
            <a:lvl1pPr algn="r">
              <a:defRPr sz="1200">
                <a:solidFill>
                  <a:schemeClr val="bg1">
                    <a:lumMod val="95000"/>
                  </a:schemeClr>
                </a:solidFill>
              </a:defRPr>
            </a:lvl1pPr>
          </a:lstStyle>
          <a:p>
            <a:fld id="{341CD41A-C668-429A-AD07-4F84BBC3B3E7}" type="slidenum">
              <a:rPr lang="de-DE" smtClean="0"/>
              <a:pPr/>
              <a:t>‹Nr.›</a:t>
            </a:fld>
            <a:endParaRPr lang="de-DE"/>
          </a:p>
        </p:txBody>
      </p:sp>
      <p:sp>
        <p:nvSpPr>
          <p:cNvPr id="5" name="Fußzeilenplatzhalter 4">
            <a:extLst>
              <a:ext uri="{FF2B5EF4-FFF2-40B4-BE49-F238E27FC236}">
                <a16:creationId xmlns:a16="http://schemas.microsoft.com/office/drawing/2014/main" id="{3EE2BAE6-A273-B346-9C40-F0E5E4CBC3CE}"/>
              </a:ext>
            </a:extLst>
          </p:cNvPr>
          <p:cNvSpPr>
            <a:spLocks noGrp="1"/>
          </p:cNvSpPr>
          <p:nvPr>
            <p:ph type="ftr" sz="quarter" idx="3"/>
          </p:nvPr>
        </p:nvSpPr>
        <p:spPr>
          <a:xfrm>
            <a:off x="4038600" y="6558483"/>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de-DE"/>
          </a:p>
        </p:txBody>
      </p:sp>
    </p:spTree>
    <p:extLst>
      <p:ext uri="{BB962C8B-B14F-4D97-AF65-F5344CB8AC3E}">
        <p14:creationId xmlns:p14="http://schemas.microsoft.com/office/powerpoint/2010/main" val="3746501783"/>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2" r:id="rId3"/>
    <p:sldLayoutId id="2147483667" r:id="rId4"/>
    <p:sldLayoutId id="2147483663" r:id="rId5"/>
  </p:sldLayoutIdLst>
  <p:hf hdr="0"/>
  <p:txStyles>
    <p:titleStyle>
      <a:lvl1pPr algn="ctr" defTabSz="914400" rtl="0" eaLnBrk="1" latinLnBrk="0" hangingPunct="1">
        <a:lnSpc>
          <a:spcPct val="90000"/>
        </a:lnSpc>
        <a:spcBef>
          <a:spcPct val="0"/>
        </a:spcBef>
        <a:buNone/>
        <a:defRPr sz="4400" b="1" kern="1200">
          <a:solidFill>
            <a:schemeClr val="accent5">
              <a:lumMod val="75000"/>
            </a:schemeClr>
          </a:solidFill>
          <a:latin typeface="Roboto Slab" pitchFamily="2" charset="0"/>
          <a:ea typeface="Roboto Slab"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65000"/>
              <a:lumOff val="35000"/>
            </a:schemeClr>
          </a:solidFill>
          <a:latin typeface="Roboto Slab" pitchFamily="2" charset="0"/>
          <a:ea typeface="Roboto Slab"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02F9D49-4CB7-4444-915C-FDDFCF5AC699}"/>
              </a:ext>
            </a:extLst>
          </p:cNvPr>
          <p:cNvSpPr/>
          <p:nvPr userDrawn="1"/>
        </p:nvSpPr>
        <p:spPr>
          <a:xfrm>
            <a:off x="0" y="6629400"/>
            <a:ext cx="12192000" cy="228600"/>
          </a:xfrm>
          <a:prstGeom prst="rect">
            <a:avLst/>
          </a:prstGeom>
          <a:solidFill>
            <a:srgbClr val="274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838200" y="1123121"/>
            <a:ext cx="10515600" cy="1719469"/>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41513" y="2842591"/>
            <a:ext cx="10515600" cy="3786809"/>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51181" y="6629400"/>
            <a:ext cx="2743200" cy="228600"/>
          </a:xfrm>
          <a:prstGeom prst="rect">
            <a:avLst/>
          </a:prstGeom>
        </p:spPr>
        <p:txBody>
          <a:bodyPr vert="horz" lIns="91440" tIns="45720" rIns="91440" bIns="45720" rtlCol="0" anchor="ctr"/>
          <a:lstStyle>
            <a:lvl1pPr algn="l">
              <a:defRPr sz="1200">
                <a:solidFill>
                  <a:schemeClr val="bg1">
                    <a:lumMod val="95000"/>
                  </a:schemeClr>
                </a:solidFill>
              </a:defRPr>
            </a:lvl1pPr>
          </a:lstStyle>
          <a:p>
            <a:fld id="{DFF21B63-CC14-4CF7-B236-95F232F15D6B}" type="datetime1">
              <a:rPr lang="de-DE" smtClean="0"/>
              <a:t>26.11.2025</a:t>
            </a:fld>
            <a:endParaRPr lang="de-DE"/>
          </a:p>
        </p:txBody>
      </p:sp>
      <p:sp>
        <p:nvSpPr>
          <p:cNvPr id="6" name="Foliennummernplatzhalter 5"/>
          <p:cNvSpPr>
            <a:spLocks noGrp="1"/>
          </p:cNvSpPr>
          <p:nvPr>
            <p:ph type="sldNum" sz="quarter" idx="4"/>
          </p:nvPr>
        </p:nvSpPr>
        <p:spPr>
          <a:xfrm>
            <a:off x="9018105" y="6629400"/>
            <a:ext cx="2743200" cy="228599"/>
          </a:xfrm>
          <a:prstGeom prst="rect">
            <a:avLst/>
          </a:prstGeom>
        </p:spPr>
        <p:txBody>
          <a:bodyPr vert="horz" lIns="91440" tIns="45720" rIns="91440" bIns="45720" rtlCol="0" anchor="ctr"/>
          <a:lstStyle>
            <a:lvl1pPr algn="r">
              <a:defRPr sz="1200">
                <a:solidFill>
                  <a:schemeClr val="bg1">
                    <a:lumMod val="95000"/>
                  </a:schemeClr>
                </a:solidFill>
              </a:defRPr>
            </a:lvl1pPr>
          </a:lstStyle>
          <a:p>
            <a:fld id="{341CD41A-C668-429A-AD07-4F84BBC3B3E7}" type="slidenum">
              <a:rPr lang="de-DE" smtClean="0"/>
              <a:pPr/>
              <a:t>‹Nr.›</a:t>
            </a:fld>
            <a:endParaRPr lang="de-DE"/>
          </a:p>
        </p:txBody>
      </p:sp>
      <p:sp>
        <p:nvSpPr>
          <p:cNvPr id="5" name="Fußzeilenplatzhalter 4">
            <a:extLst>
              <a:ext uri="{FF2B5EF4-FFF2-40B4-BE49-F238E27FC236}">
                <a16:creationId xmlns:a16="http://schemas.microsoft.com/office/drawing/2014/main" id="{3EE2BAE6-A273-B346-9C40-F0E5E4CBC3CE}"/>
              </a:ext>
            </a:extLst>
          </p:cNvPr>
          <p:cNvSpPr>
            <a:spLocks noGrp="1"/>
          </p:cNvSpPr>
          <p:nvPr>
            <p:ph type="ftr" sz="quarter" idx="3"/>
          </p:nvPr>
        </p:nvSpPr>
        <p:spPr>
          <a:xfrm>
            <a:off x="4038600" y="6558483"/>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de-DE"/>
          </a:p>
        </p:txBody>
      </p:sp>
    </p:spTree>
    <p:extLst>
      <p:ext uri="{BB962C8B-B14F-4D97-AF65-F5344CB8AC3E}">
        <p14:creationId xmlns:p14="http://schemas.microsoft.com/office/powerpoint/2010/main" val="31100488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Lst>
  <p:hf hdr="0"/>
  <p:txStyles>
    <p:titleStyle>
      <a:lvl1pPr algn="ctr" defTabSz="914400" rtl="0" eaLnBrk="1" latinLnBrk="0" hangingPunct="1">
        <a:lnSpc>
          <a:spcPct val="90000"/>
        </a:lnSpc>
        <a:spcBef>
          <a:spcPct val="0"/>
        </a:spcBef>
        <a:buNone/>
        <a:defRPr sz="4400" b="1" kern="1200">
          <a:solidFill>
            <a:schemeClr val="accent5">
              <a:lumMod val="75000"/>
            </a:schemeClr>
          </a:solidFill>
          <a:latin typeface="Roboto Slab" pitchFamily="2" charset="0"/>
          <a:ea typeface="Roboto Slab"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65000"/>
              <a:lumOff val="35000"/>
            </a:schemeClr>
          </a:solidFill>
          <a:latin typeface="Roboto Slab" pitchFamily="2" charset="0"/>
          <a:ea typeface="Roboto Slab"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8" Type="http://schemas.openxmlformats.org/officeDocument/2006/relationships/hyperlink" Target="https://www.flaticon.com/free-icon/lightbulb_3176298" TargetMode="External"/><Relationship Id="rId3" Type="http://schemas.openxmlformats.org/officeDocument/2006/relationships/hyperlink" Target="https://pixabay.com/de/photos/eis-waffel-sommer-eiswaffel-s%c3%bc%c3%9f-4296304/" TargetMode="External"/><Relationship Id="rId7" Type="http://schemas.openxmlformats.org/officeDocument/2006/relationships/hyperlink" Target="https://www.flaticon.com/free-icon/flash_252590" TargetMode="External"/><Relationship Id="rId2" Type="http://schemas.openxmlformats.org/officeDocument/2006/relationships/hyperlink" Target="https://www.researchgate.net/figure/CRISP-DM-Process-model_fig1_335060634" TargetMode="External"/><Relationship Id="rId1" Type="http://schemas.openxmlformats.org/officeDocument/2006/relationships/slideLayout" Target="../slideLayouts/slideLayout8.xml"/><Relationship Id="rId6" Type="http://schemas.openxmlformats.org/officeDocument/2006/relationships/hyperlink" Target="https://www.flaticon.com/free-icon/heavy-rain_8841317" TargetMode="External"/><Relationship Id="rId5" Type="http://schemas.openxmlformats.org/officeDocument/2006/relationships/hyperlink" Target="https://www.flaticon.com/free-icon/daytime_4041978" TargetMode="External"/><Relationship Id="rId4" Type="http://schemas.openxmlformats.org/officeDocument/2006/relationships/hyperlink" Target="https://www.flaticon.com/free-icon/thermometer_21001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DFF21B63-CC14-4CF7-B236-95F232F15D6B}" type="datetime1">
              <a:rPr lang="de-DE" smtClean="0"/>
              <a:t>26.11.2025</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pPr/>
              <a:t>1</a:t>
            </a:fld>
            <a:endParaRPr lang="de-DE"/>
          </a:p>
        </p:txBody>
      </p:sp>
      <p:sp>
        <p:nvSpPr>
          <p:cNvPr id="5" name="Titel 4"/>
          <p:cNvSpPr>
            <a:spLocks noGrp="1"/>
          </p:cNvSpPr>
          <p:nvPr>
            <p:ph type="ctrTitle"/>
          </p:nvPr>
        </p:nvSpPr>
        <p:spPr>
          <a:xfrm>
            <a:off x="381866" y="1439999"/>
            <a:ext cx="11410123" cy="2520000"/>
          </a:xfrm>
        </p:spPr>
        <p:txBody>
          <a:bodyPr/>
          <a:lstStyle/>
          <a:p>
            <a:r>
              <a:rPr lang="de-DE" dirty="0"/>
              <a:t>PIZ + Digitale Transformation: </a:t>
            </a:r>
            <a:br>
              <a:rPr lang="de-DE" dirty="0"/>
            </a:br>
            <a:r>
              <a:rPr lang="de-DE" dirty="0" err="1"/>
              <a:t>Machine</a:t>
            </a:r>
            <a:r>
              <a:rPr lang="de-DE" dirty="0"/>
              <a:t> Vision und </a:t>
            </a:r>
            <a:r>
              <a:rPr lang="de-DE" dirty="0" err="1"/>
              <a:t>Machine</a:t>
            </a:r>
            <a:r>
              <a:rPr lang="de-DE" dirty="0"/>
              <a:t> Learning</a:t>
            </a:r>
          </a:p>
        </p:txBody>
      </p:sp>
      <p:sp>
        <p:nvSpPr>
          <p:cNvPr id="6" name="Untertitel 5"/>
          <p:cNvSpPr>
            <a:spLocks noGrp="1"/>
          </p:cNvSpPr>
          <p:nvPr>
            <p:ph type="subTitle" idx="1"/>
          </p:nvPr>
        </p:nvSpPr>
        <p:spPr>
          <a:xfrm>
            <a:off x="381866" y="3959588"/>
            <a:ext cx="11410123" cy="756000"/>
          </a:xfrm>
          <a:solidFill>
            <a:srgbClr val="FFCD00"/>
          </a:solidFill>
        </p:spPr>
        <p:txBody>
          <a:bodyPr>
            <a:normAutofit fontScale="92500"/>
          </a:bodyPr>
          <a:lstStyle/>
          <a:p>
            <a:pPr marL="0" indent="0">
              <a:buNone/>
            </a:pPr>
            <a:r>
              <a:rPr lang="de-DE" dirty="0"/>
              <a:t>ALP-Fachgruppe KI (Phase 2) – AP „Mathematik hinter der KI“</a:t>
            </a:r>
          </a:p>
        </p:txBody>
      </p:sp>
    </p:spTree>
    <p:extLst>
      <p:ext uri="{BB962C8B-B14F-4D97-AF65-F5344CB8AC3E}">
        <p14:creationId xmlns:p14="http://schemas.microsoft.com/office/powerpoint/2010/main" val="1493340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62BDE3C-81EB-EE50-1DE0-D5F91D0FAD4E}"/>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A542663B-5408-E819-50BF-C431BD80A277}"/>
              </a:ext>
            </a:extLst>
          </p:cNvPr>
          <p:cNvSpPr>
            <a:spLocks noGrp="1"/>
          </p:cNvSpPr>
          <p:nvPr>
            <p:ph type="sldNum" sz="quarter" idx="12"/>
          </p:nvPr>
        </p:nvSpPr>
        <p:spPr/>
        <p:txBody>
          <a:bodyPr/>
          <a:lstStyle/>
          <a:p>
            <a:fld id="{341CD41A-C668-429A-AD07-4F84BBC3B3E7}" type="slidenum">
              <a:rPr lang="de-DE" smtClean="0"/>
              <a:pPr/>
              <a:t>2</a:t>
            </a:fld>
            <a:endParaRPr lang="de-DE"/>
          </a:p>
        </p:txBody>
      </p:sp>
      <p:sp>
        <p:nvSpPr>
          <p:cNvPr id="5" name="Titel 4">
            <a:extLst>
              <a:ext uri="{FF2B5EF4-FFF2-40B4-BE49-F238E27FC236}">
                <a16:creationId xmlns:a16="http://schemas.microsoft.com/office/drawing/2014/main" id="{98E4758F-E224-CEB8-B36A-28C0C2697FA9}"/>
              </a:ext>
            </a:extLst>
          </p:cNvPr>
          <p:cNvSpPr>
            <a:spLocks noGrp="1"/>
          </p:cNvSpPr>
          <p:nvPr>
            <p:ph type="title"/>
          </p:nvPr>
        </p:nvSpPr>
        <p:spPr>
          <a:xfrm>
            <a:off x="390938" y="309634"/>
            <a:ext cx="11410124" cy="369332"/>
          </a:xfrm>
        </p:spPr>
        <p:txBody>
          <a:bodyPr/>
          <a:lstStyle/>
          <a:p>
            <a:r>
              <a:rPr lang="de-DE"/>
              <a:t>Arbeitsprozess maschinelles Lernen nach CRISP-DM</a:t>
            </a:r>
          </a:p>
        </p:txBody>
      </p:sp>
      <p:sp>
        <p:nvSpPr>
          <p:cNvPr id="6" name="Fußzeilenplatzhalter 5">
            <a:extLst>
              <a:ext uri="{FF2B5EF4-FFF2-40B4-BE49-F238E27FC236}">
                <a16:creationId xmlns:a16="http://schemas.microsoft.com/office/drawing/2014/main" id="{41DB211F-C426-1418-B65E-6D545AC167FF}"/>
              </a:ext>
            </a:extLst>
          </p:cNvPr>
          <p:cNvSpPr>
            <a:spLocks noGrp="1"/>
          </p:cNvSpPr>
          <p:nvPr>
            <p:ph type="ftr" sz="quarter" idx="13"/>
          </p:nvPr>
        </p:nvSpPr>
        <p:spPr/>
        <p:txBody>
          <a:bodyPr/>
          <a:lstStyle/>
          <a:p>
            <a:endParaRPr lang="de-DE"/>
          </a:p>
        </p:txBody>
      </p:sp>
      <p:sp>
        <p:nvSpPr>
          <p:cNvPr id="7" name="Pfeil: gebogen 6">
            <a:extLst>
              <a:ext uri="{FF2B5EF4-FFF2-40B4-BE49-F238E27FC236}">
                <a16:creationId xmlns:a16="http://schemas.microsoft.com/office/drawing/2014/main" id="{FBDAB753-3AFE-801C-9C19-95C353DCCA51}"/>
              </a:ext>
            </a:extLst>
          </p:cNvPr>
          <p:cNvSpPr/>
          <p:nvPr/>
        </p:nvSpPr>
        <p:spPr>
          <a:xfrm rot="5400000">
            <a:off x="7927305" y="-490161"/>
            <a:ext cx="2304000" cy="5364000"/>
          </a:xfrm>
          <a:prstGeom prst="bentArrow">
            <a:avLst>
              <a:gd name="adj1" fmla="val 15281"/>
              <a:gd name="adj2" fmla="val 17103"/>
              <a:gd name="adj3" fmla="val 25000"/>
              <a:gd name="adj4" fmla="val 4375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8" name="Pfeil: gebogen 7">
            <a:extLst>
              <a:ext uri="{FF2B5EF4-FFF2-40B4-BE49-F238E27FC236}">
                <a16:creationId xmlns:a16="http://schemas.microsoft.com/office/drawing/2014/main" id="{CABF7FDC-EED1-C192-8651-36A6482673D0}"/>
              </a:ext>
            </a:extLst>
          </p:cNvPr>
          <p:cNvSpPr/>
          <p:nvPr/>
        </p:nvSpPr>
        <p:spPr>
          <a:xfrm rot="16200000">
            <a:off x="1741222" y="2405073"/>
            <a:ext cx="2304000" cy="5364000"/>
          </a:xfrm>
          <a:prstGeom prst="bentArrow">
            <a:avLst>
              <a:gd name="adj1" fmla="val 15281"/>
              <a:gd name="adj2" fmla="val 17103"/>
              <a:gd name="adj3" fmla="val 25000"/>
              <a:gd name="adj4" fmla="val 4375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9" name="Pfeil: gebogen 8">
            <a:extLst>
              <a:ext uri="{FF2B5EF4-FFF2-40B4-BE49-F238E27FC236}">
                <a16:creationId xmlns:a16="http://schemas.microsoft.com/office/drawing/2014/main" id="{0EF0A79D-4695-F927-0F64-6E2766AEB8FE}"/>
              </a:ext>
            </a:extLst>
          </p:cNvPr>
          <p:cNvSpPr/>
          <p:nvPr/>
        </p:nvSpPr>
        <p:spPr>
          <a:xfrm rot="10800000">
            <a:off x="6189306" y="4153081"/>
            <a:ext cx="5364000" cy="2304000"/>
          </a:xfrm>
          <a:prstGeom prst="bentArrow">
            <a:avLst>
              <a:gd name="adj1" fmla="val 15281"/>
              <a:gd name="adj2" fmla="val 17103"/>
              <a:gd name="adj3" fmla="val 25000"/>
              <a:gd name="adj4" fmla="val 4375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0" name="Pfeil: gebogen 9">
            <a:extLst>
              <a:ext uri="{FF2B5EF4-FFF2-40B4-BE49-F238E27FC236}">
                <a16:creationId xmlns:a16="http://schemas.microsoft.com/office/drawing/2014/main" id="{1ACFFD63-DDFB-7B1F-27C5-26CE80C7CDCD}"/>
              </a:ext>
            </a:extLst>
          </p:cNvPr>
          <p:cNvSpPr/>
          <p:nvPr/>
        </p:nvSpPr>
        <p:spPr>
          <a:xfrm>
            <a:off x="430696" y="834755"/>
            <a:ext cx="5364000" cy="2304000"/>
          </a:xfrm>
          <a:prstGeom prst="bentArrow">
            <a:avLst>
              <a:gd name="adj1" fmla="val 15281"/>
              <a:gd name="adj2" fmla="val 17103"/>
              <a:gd name="adj3" fmla="val 25000"/>
              <a:gd name="adj4" fmla="val 43750"/>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1" name="Rechteck: abgerundete Ecken 10">
            <a:extLst>
              <a:ext uri="{FF2B5EF4-FFF2-40B4-BE49-F238E27FC236}">
                <a16:creationId xmlns:a16="http://schemas.microsoft.com/office/drawing/2014/main" id="{F689D8FE-DCB4-3469-F73A-B47F193FCBC3}"/>
              </a:ext>
            </a:extLst>
          </p:cNvPr>
          <p:cNvSpPr/>
          <p:nvPr/>
        </p:nvSpPr>
        <p:spPr>
          <a:xfrm>
            <a:off x="3783158" y="1741839"/>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2" name="Rechteck: abgerundete Ecken 11">
            <a:extLst>
              <a:ext uri="{FF2B5EF4-FFF2-40B4-BE49-F238E27FC236}">
                <a16:creationId xmlns:a16="http://schemas.microsoft.com/office/drawing/2014/main" id="{6DB2D73F-06D6-5194-33B0-14BB5D4CA6BE}"/>
              </a:ext>
            </a:extLst>
          </p:cNvPr>
          <p:cNvSpPr/>
          <p:nvPr/>
        </p:nvSpPr>
        <p:spPr>
          <a:xfrm>
            <a:off x="6608842" y="1741839"/>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3" name="Rechteck: abgerundete Ecken 12">
            <a:extLst>
              <a:ext uri="{FF2B5EF4-FFF2-40B4-BE49-F238E27FC236}">
                <a16:creationId xmlns:a16="http://schemas.microsoft.com/office/drawing/2014/main" id="{10EF1002-B3DD-6D9E-EB51-F63D1119916F}"/>
              </a:ext>
            </a:extLst>
          </p:cNvPr>
          <p:cNvSpPr/>
          <p:nvPr/>
        </p:nvSpPr>
        <p:spPr>
          <a:xfrm>
            <a:off x="8936990" y="3035071"/>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4" name="Rechteck: abgerundete Ecken 13">
            <a:extLst>
              <a:ext uri="{FF2B5EF4-FFF2-40B4-BE49-F238E27FC236}">
                <a16:creationId xmlns:a16="http://schemas.microsoft.com/office/drawing/2014/main" id="{69A77E28-61BC-0951-0DB7-A9E90F6B7443}"/>
              </a:ext>
            </a:extLst>
          </p:cNvPr>
          <p:cNvSpPr/>
          <p:nvPr/>
        </p:nvSpPr>
        <p:spPr>
          <a:xfrm>
            <a:off x="6602262" y="4450460"/>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7" name="Rechteck: abgerundete Ecken 16">
            <a:extLst>
              <a:ext uri="{FF2B5EF4-FFF2-40B4-BE49-F238E27FC236}">
                <a16:creationId xmlns:a16="http://schemas.microsoft.com/office/drawing/2014/main" id="{06132D60-82E7-601D-1B84-695FEC7DB673}"/>
              </a:ext>
            </a:extLst>
          </p:cNvPr>
          <p:cNvSpPr/>
          <p:nvPr/>
        </p:nvSpPr>
        <p:spPr>
          <a:xfrm>
            <a:off x="3783158" y="4450460"/>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
        <p:nvSpPr>
          <p:cNvPr id="18" name="Rechteck: abgerundete Ecken 17">
            <a:extLst>
              <a:ext uri="{FF2B5EF4-FFF2-40B4-BE49-F238E27FC236}">
                <a16:creationId xmlns:a16="http://schemas.microsoft.com/office/drawing/2014/main" id="{B4190DF7-6186-4292-AD77-7C95AC2B704C}"/>
              </a:ext>
            </a:extLst>
          </p:cNvPr>
          <p:cNvSpPr/>
          <p:nvPr/>
        </p:nvSpPr>
        <p:spPr>
          <a:xfrm>
            <a:off x="1455011" y="3035071"/>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Einsatz/</a:t>
            </a:r>
            <a:br>
              <a:rPr lang="de-DE"/>
            </a:br>
            <a:r>
              <a:rPr lang="de-DE"/>
              <a:t>Anwendung</a:t>
            </a:r>
          </a:p>
        </p:txBody>
      </p:sp>
      <p:cxnSp>
        <p:nvCxnSpPr>
          <p:cNvPr id="21" name="Gerade Verbindung mit Pfeil 20">
            <a:extLst>
              <a:ext uri="{FF2B5EF4-FFF2-40B4-BE49-F238E27FC236}">
                <a16:creationId xmlns:a16="http://schemas.microsoft.com/office/drawing/2014/main" id="{057AD2EC-CEE5-05B1-AC17-84EF752D2E7A}"/>
              </a:ext>
            </a:extLst>
          </p:cNvPr>
          <p:cNvCxnSpPr>
            <a:cxnSpLocks/>
          </p:cNvCxnSpPr>
          <p:nvPr/>
        </p:nvCxnSpPr>
        <p:spPr>
          <a:xfrm>
            <a:off x="5664000" y="1963226"/>
            <a:ext cx="86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2" name="Gerade Verbindung mit Pfeil 21">
            <a:extLst>
              <a:ext uri="{FF2B5EF4-FFF2-40B4-BE49-F238E27FC236}">
                <a16:creationId xmlns:a16="http://schemas.microsoft.com/office/drawing/2014/main" id="{A66F3589-1820-B493-BD6A-2334BB014FBB}"/>
              </a:ext>
            </a:extLst>
          </p:cNvPr>
          <p:cNvCxnSpPr>
            <a:cxnSpLocks/>
          </p:cNvCxnSpPr>
          <p:nvPr/>
        </p:nvCxnSpPr>
        <p:spPr>
          <a:xfrm flipH="1">
            <a:off x="5664000" y="2448779"/>
            <a:ext cx="86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 name="Bogen 3">
            <a:extLst>
              <a:ext uri="{FF2B5EF4-FFF2-40B4-BE49-F238E27FC236}">
                <a16:creationId xmlns:a16="http://schemas.microsoft.com/office/drawing/2014/main" id="{FC5BFF8C-B696-8E70-A14D-29B92BB1E918}"/>
              </a:ext>
            </a:extLst>
          </p:cNvPr>
          <p:cNvSpPr/>
          <p:nvPr/>
        </p:nvSpPr>
        <p:spPr>
          <a:xfrm>
            <a:off x="8014341" y="2191838"/>
            <a:ext cx="1260000" cy="1260000"/>
          </a:xfrm>
          <a:prstGeom prst="arc">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5" name="Bogen 14">
            <a:extLst>
              <a:ext uri="{FF2B5EF4-FFF2-40B4-BE49-F238E27FC236}">
                <a16:creationId xmlns:a16="http://schemas.microsoft.com/office/drawing/2014/main" id="{D9590C3B-B870-A56B-E5A4-A3031F093629}"/>
              </a:ext>
            </a:extLst>
          </p:cNvPr>
          <p:cNvSpPr/>
          <p:nvPr/>
        </p:nvSpPr>
        <p:spPr>
          <a:xfrm rot="5400000">
            <a:off x="8014341" y="3624156"/>
            <a:ext cx="1260000" cy="1260000"/>
          </a:xfrm>
          <a:prstGeom prst="arc">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16" name="Gerade Verbindung mit Pfeil 15">
            <a:extLst>
              <a:ext uri="{FF2B5EF4-FFF2-40B4-BE49-F238E27FC236}">
                <a16:creationId xmlns:a16="http://schemas.microsoft.com/office/drawing/2014/main" id="{2249F77A-F743-3774-1E54-3A6B5433AB62}"/>
              </a:ext>
            </a:extLst>
          </p:cNvPr>
          <p:cNvCxnSpPr>
            <a:cxnSpLocks/>
          </p:cNvCxnSpPr>
          <p:nvPr/>
        </p:nvCxnSpPr>
        <p:spPr>
          <a:xfrm flipH="1">
            <a:off x="5664000" y="4900460"/>
            <a:ext cx="8640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Bogen 18">
            <a:extLst>
              <a:ext uri="{FF2B5EF4-FFF2-40B4-BE49-F238E27FC236}">
                <a16:creationId xmlns:a16="http://schemas.microsoft.com/office/drawing/2014/main" id="{D664E0D3-F3B3-01AC-7EB3-A2217045923E}"/>
              </a:ext>
            </a:extLst>
          </p:cNvPr>
          <p:cNvSpPr/>
          <p:nvPr/>
        </p:nvSpPr>
        <p:spPr>
          <a:xfrm rot="10800000" flipH="1">
            <a:off x="8004752" y="3553239"/>
            <a:ext cx="1548000" cy="1548000"/>
          </a:xfrm>
          <a:prstGeom prst="arc">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0" name="Bogen 19">
            <a:extLst>
              <a:ext uri="{FF2B5EF4-FFF2-40B4-BE49-F238E27FC236}">
                <a16:creationId xmlns:a16="http://schemas.microsoft.com/office/drawing/2014/main" id="{BA19EFD6-F8DF-CBDB-3C02-A1CC024CB214}"/>
              </a:ext>
            </a:extLst>
          </p:cNvPr>
          <p:cNvSpPr/>
          <p:nvPr/>
        </p:nvSpPr>
        <p:spPr>
          <a:xfrm rot="10800000">
            <a:off x="2917660" y="3624156"/>
            <a:ext cx="1260000" cy="1260000"/>
          </a:xfrm>
          <a:prstGeom prst="arc">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Bogen 22">
            <a:extLst>
              <a:ext uri="{FF2B5EF4-FFF2-40B4-BE49-F238E27FC236}">
                <a16:creationId xmlns:a16="http://schemas.microsoft.com/office/drawing/2014/main" id="{1FD16A96-9607-9FF8-B445-A21A791064EC}"/>
              </a:ext>
            </a:extLst>
          </p:cNvPr>
          <p:cNvSpPr/>
          <p:nvPr/>
        </p:nvSpPr>
        <p:spPr>
          <a:xfrm rot="10800000">
            <a:off x="3528684" y="2653053"/>
            <a:ext cx="1260000" cy="1800371"/>
          </a:xfrm>
          <a:prstGeom prst="arc">
            <a:avLst>
              <a:gd name="adj1" fmla="val 17645479"/>
              <a:gd name="adj2" fmla="val 4100958"/>
            </a:avLst>
          </a:prstGeom>
          <a:ln w="571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740533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CDD4180-EFD1-8AAF-AE20-10B7F9208183}"/>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D74A9104-45AA-038B-DDB8-E3E859CBF0F9}"/>
              </a:ext>
            </a:extLst>
          </p:cNvPr>
          <p:cNvSpPr>
            <a:spLocks noGrp="1"/>
          </p:cNvSpPr>
          <p:nvPr>
            <p:ph type="sldNum" sz="quarter" idx="12"/>
          </p:nvPr>
        </p:nvSpPr>
        <p:spPr/>
        <p:txBody>
          <a:bodyPr/>
          <a:lstStyle/>
          <a:p>
            <a:fld id="{341CD41A-C668-429A-AD07-4F84BBC3B3E7}" type="slidenum">
              <a:rPr lang="de-DE" smtClean="0"/>
              <a:pPr/>
              <a:t>3</a:t>
            </a:fld>
            <a:endParaRPr lang="de-DE"/>
          </a:p>
        </p:txBody>
      </p:sp>
      <p:sp>
        <p:nvSpPr>
          <p:cNvPr id="5" name="Titel 4">
            <a:extLst>
              <a:ext uri="{FF2B5EF4-FFF2-40B4-BE49-F238E27FC236}">
                <a16:creationId xmlns:a16="http://schemas.microsoft.com/office/drawing/2014/main" id="{7BEDB69E-50A7-2EAA-D03C-ABC6850463DE}"/>
              </a:ext>
            </a:extLst>
          </p:cNvPr>
          <p:cNvSpPr>
            <a:spLocks noGrp="1"/>
          </p:cNvSpPr>
          <p:nvPr>
            <p:ph type="title"/>
          </p:nvPr>
        </p:nvSpPr>
        <p:spPr>
          <a:xfrm>
            <a:off x="390938" y="309634"/>
            <a:ext cx="11410124" cy="369332"/>
          </a:xfrm>
        </p:spPr>
        <p:txBody>
          <a:bodyPr/>
          <a:lstStyle/>
          <a:p>
            <a:r>
              <a:rPr lang="de-DE" dirty="0"/>
              <a:t>Problemsituation aus der Praxis</a:t>
            </a:r>
          </a:p>
        </p:txBody>
      </p:sp>
      <p:sp>
        <p:nvSpPr>
          <p:cNvPr id="6" name="Fußzeilenplatzhalter 5">
            <a:extLst>
              <a:ext uri="{FF2B5EF4-FFF2-40B4-BE49-F238E27FC236}">
                <a16:creationId xmlns:a16="http://schemas.microsoft.com/office/drawing/2014/main" id="{7DB07305-CD05-8666-CC7D-099FEA0728B0}"/>
              </a:ext>
            </a:extLst>
          </p:cNvPr>
          <p:cNvSpPr>
            <a:spLocks noGrp="1"/>
          </p:cNvSpPr>
          <p:nvPr>
            <p:ph type="ftr" sz="quarter" idx="13"/>
          </p:nvPr>
        </p:nvSpPr>
        <p:spPr/>
        <p:txBody>
          <a:bodyPr/>
          <a:lstStyle/>
          <a:p>
            <a:endParaRPr lang="de-DE"/>
          </a:p>
        </p:txBody>
      </p:sp>
      <p:sp>
        <p:nvSpPr>
          <p:cNvPr id="11" name="Textfeld 10">
            <a:extLst>
              <a:ext uri="{FF2B5EF4-FFF2-40B4-BE49-F238E27FC236}">
                <a16:creationId xmlns:a16="http://schemas.microsoft.com/office/drawing/2014/main" id="{045F4A20-2ED9-BE13-9618-FD01F849BDE8}"/>
              </a:ext>
            </a:extLst>
          </p:cNvPr>
          <p:cNvSpPr txBox="1"/>
          <p:nvPr/>
        </p:nvSpPr>
        <p:spPr>
          <a:xfrm>
            <a:off x="390937" y="1081087"/>
            <a:ext cx="11370367" cy="2677656"/>
          </a:xfrm>
          <a:prstGeom prst="rect">
            <a:avLst/>
          </a:prstGeom>
          <a:noFill/>
        </p:spPr>
        <p:txBody>
          <a:bodyPr wrap="square" rtlCol="0">
            <a:spAutoFit/>
          </a:bodyPr>
          <a:lstStyle/>
          <a:p>
            <a:r>
              <a:rPr lang="de-DE" sz="2400" dirty="0"/>
              <a:t>Ein Eisverkäufer möchte seinen Gewinn maximieren, indem er seine Prognose für die Anzahl der am kommenden Tag benötigten Eiskugeln verbessert. Als Daten stehen ihm folgende Werte zu den jeweils spezifischen Tagen in der Vergangenheit zur Verfügung</a:t>
            </a:r>
          </a:p>
          <a:p>
            <a:pPr marL="800100" lvl="1" indent="-342900">
              <a:buFont typeface="Arial" panose="020B0604020202020204" pitchFamily="34" charset="0"/>
              <a:buChar char="•"/>
            </a:pPr>
            <a:r>
              <a:rPr lang="de-DE" sz="2400" dirty="0"/>
              <a:t>Anzahl der verkauften Kugeln</a:t>
            </a:r>
          </a:p>
          <a:p>
            <a:pPr marL="800100" lvl="1" indent="-342900">
              <a:buFont typeface="Arial" panose="020B0604020202020204" pitchFamily="34" charset="0"/>
              <a:buChar char="•"/>
            </a:pPr>
            <a:r>
              <a:rPr lang="de-DE" sz="2400" dirty="0"/>
              <a:t>Temperatur in °C</a:t>
            </a:r>
          </a:p>
          <a:p>
            <a:pPr marL="800100" lvl="1" indent="-342900">
              <a:buFont typeface="Arial" panose="020B0604020202020204" pitchFamily="34" charset="0"/>
              <a:buChar char="•"/>
            </a:pPr>
            <a:r>
              <a:rPr lang="de-DE" sz="2400" dirty="0"/>
              <a:t>Anzahl der Sonnenstunden</a:t>
            </a:r>
          </a:p>
          <a:p>
            <a:pPr marL="800100" lvl="1" indent="-342900">
              <a:buFont typeface="Arial" panose="020B0604020202020204" pitchFamily="34" charset="0"/>
              <a:buChar char="•"/>
            </a:pPr>
            <a:r>
              <a:rPr lang="de-DE" sz="2400" dirty="0"/>
              <a:t>Regenwahrscheinlichkeit</a:t>
            </a:r>
          </a:p>
        </p:txBody>
      </p:sp>
      <p:pic>
        <p:nvPicPr>
          <p:cNvPr id="7" name="Grafik 6" descr="Ein Bild, das Essen, Eiscreme, Milchprodukte, Nachspeise enthält.&#10;&#10;KI-generierte Inhalte können fehlerhaft sein.">
            <a:extLst>
              <a:ext uri="{FF2B5EF4-FFF2-40B4-BE49-F238E27FC236}">
                <a16:creationId xmlns:a16="http://schemas.microsoft.com/office/drawing/2014/main" id="{FE624D2D-9067-C483-45E2-F0687654F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8235" y="2620924"/>
            <a:ext cx="6663069" cy="3747977"/>
          </a:xfrm>
          <a:prstGeom prst="rect">
            <a:avLst/>
          </a:prstGeom>
        </p:spPr>
      </p:pic>
    </p:spTree>
    <p:extLst>
      <p:ext uri="{BB962C8B-B14F-4D97-AF65-F5344CB8AC3E}">
        <p14:creationId xmlns:p14="http://schemas.microsoft.com/office/powerpoint/2010/main" val="262944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910EC5D-9889-9201-6716-D4EACDD91C7A}"/>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055A0A31-F641-C92F-B6F5-E91A433984E0}"/>
              </a:ext>
            </a:extLst>
          </p:cNvPr>
          <p:cNvSpPr>
            <a:spLocks noGrp="1"/>
          </p:cNvSpPr>
          <p:nvPr>
            <p:ph type="sldNum" sz="quarter" idx="12"/>
          </p:nvPr>
        </p:nvSpPr>
        <p:spPr/>
        <p:txBody>
          <a:bodyPr/>
          <a:lstStyle/>
          <a:p>
            <a:fld id="{341CD41A-C668-429A-AD07-4F84BBC3B3E7}" type="slidenum">
              <a:rPr lang="de-DE" smtClean="0"/>
              <a:pPr/>
              <a:t>4</a:t>
            </a:fld>
            <a:endParaRPr lang="de-DE"/>
          </a:p>
        </p:txBody>
      </p:sp>
      <p:sp>
        <p:nvSpPr>
          <p:cNvPr id="5" name="Titel 4">
            <a:extLst>
              <a:ext uri="{FF2B5EF4-FFF2-40B4-BE49-F238E27FC236}">
                <a16:creationId xmlns:a16="http://schemas.microsoft.com/office/drawing/2014/main" id="{6924AD60-BDA3-AAE2-D439-BBF66D1CD856}"/>
              </a:ext>
            </a:extLst>
          </p:cNvPr>
          <p:cNvSpPr>
            <a:spLocks noGrp="1"/>
          </p:cNvSpPr>
          <p:nvPr>
            <p:ph type="title"/>
          </p:nvPr>
        </p:nvSpPr>
        <p:spPr>
          <a:xfrm>
            <a:off x="390938" y="309634"/>
            <a:ext cx="11410124" cy="369332"/>
          </a:xfrm>
        </p:spPr>
        <p:txBody>
          <a:bodyPr/>
          <a:lstStyle/>
          <a:p>
            <a:r>
              <a:rPr lang="de-DE" dirty="0"/>
              <a:t>Zusammenhänge in der Problemstellung verstehen</a:t>
            </a:r>
          </a:p>
        </p:txBody>
      </p:sp>
      <p:sp>
        <p:nvSpPr>
          <p:cNvPr id="6" name="Fußzeilenplatzhalter 5">
            <a:extLst>
              <a:ext uri="{FF2B5EF4-FFF2-40B4-BE49-F238E27FC236}">
                <a16:creationId xmlns:a16="http://schemas.microsoft.com/office/drawing/2014/main" id="{221F4C96-A2A8-E989-AE4F-8E4E8648E093}"/>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1FC93CC8-14A3-5543-5289-847F3FCA2AA2}"/>
              </a:ext>
            </a:extLst>
          </p:cNvPr>
          <p:cNvSpPr/>
          <p:nvPr/>
        </p:nvSpPr>
        <p:spPr>
          <a:xfrm>
            <a:off x="351181" y="1039839"/>
            <a:ext cx="1800000" cy="900000"/>
          </a:xfrm>
          <a:prstGeom prst="roundRect">
            <a:avLst/>
          </a:prstGeom>
          <a:solidFill>
            <a:srgbClr val="27429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9336AEFC-FB0E-905D-3986-38AEE9937AB1}"/>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16EDE415-28CF-007B-6480-27DFBACD6181}"/>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BF84427E-5CB2-55F4-2632-370CEF8CC3ED}"/>
              </a:ext>
            </a:extLst>
          </p:cNvPr>
          <p:cNvSpPr/>
          <p:nvPr/>
        </p:nvSpPr>
        <p:spPr>
          <a:xfrm>
            <a:off x="351181" y="4427772"/>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939F6A8E-F42C-791E-DF80-B568F1AC6C60}"/>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pic>
        <p:nvPicPr>
          <p:cNvPr id="7" name="Grafik 6">
            <a:extLst>
              <a:ext uri="{FF2B5EF4-FFF2-40B4-BE49-F238E27FC236}">
                <a16:creationId xmlns:a16="http://schemas.microsoft.com/office/drawing/2014/main" id="{1AB878B1-442E-7792-06F9-2695D6431FAC}"/>
              </a:ext>
            </a:extLst>
          </p:cNvPr>
          <p:cNvPicPr>
            <a:picLocks noChangeAspect="1"/>
          </p:cNvPicPr>
          <p:nvPr/>
        </p:nvPicPr>
        <p:blipFill>
          <a:blip r:embed="rId3"/>
          <a:stretch>
            <a:fillRect/>
          </a:stretch>
        </p:blipFill>
        <p:spPr>
          <a:xfrm>
            <a:off x="3658354" y="1039839"/>
            <a:ext cx="1440000" cy="1440000"/>
          </a:xfrm>
          <a:prstGeom prst="rect">
            <a:avLst/>
          </a:prstGeom>
        </p:spPr>
      </p:pic>
      <p:pic>
        <p:nvPicPr>
          <p:cNvPr id="14" name="Grafik 13">
            <a:extLst>
              <a:ext uri="{FF2B5EF4-FFF2-40B4-BE49-F238E27FC236}">
                <a16:creationId xmlns:a16="http://schemas.microsoft.com/office/drawing/2014/main" id="{FDE208E7-5F76-5ED7-298A-388CEDCA111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658354" y="2790934"/>
            <a:ext cx="1440000" cy="1440000"/>
          </a:xfrm>
          <a:prstGeom prst="rect">
            <a:avLst/>
          </a:prstGeom>
        </p:spPr>
      </p:pic>
      <p:pic>
        <p:nvPicPr>
          <p:cNvPr id="18" name="Grafik 17">
            <a:extLst>
              <a:ext uri="{FF2B5EF4-FFF2-40B4-BE49-F238E27FC236}">
                <a16:creationId xmlns:a16="http://schemas.microsoft.com/office/drawing/2014/main" id="{49E2114D-C316-2132-27BB-76A3BAB18F3A}"/>
              </a:ext>
            </a:extLst>
          </p:cNvPr>
          <p:cNvPicPr>
            <a:picLocks noChangeAspect="1"/>
          </p:cNvPicPr>
          <p:nvPr/>
        </p:nvPicPr>
        <p:blipFill>
          <a:blip r:embed="rId5"/>
          <a:stretch>
            <a:fillRect/>
          </a:stretch>
        </p:blipFill>
        <p:spPr>
          <a:xfrm>
            <a:off x="3658354" y="4542029"/>
            <a:ext cx="1440000" cy="1440000"/>
          </a:xfrm>
          <a:prstGeom prst="rect">
            <a:avLst/>
          </a:prstGeom>
        </p:spPr>
      </p:pic>
      <p:sp>
        <p:nvSpPr>
          <p:cNvPr id="19" name="Textfeld 18">
            <a:extLst>
              <a:ext uri="{FF2B5EF4-FFF2-40B4-BE49-F238E27FC236}">
                <a16:creationId xmlns:a16="http://schemas.microsoft.com/office/drawing/2014/main" id="{FBB794D6-F03A-EB2C-05E6-36DCD2246631}"/>
              </a:ext>
            </a:extLst>
          </p:cNvPr>
          <p:cNvSpPr txBox="1"/>
          <p:nvPr/>
        </p:nvSpPr>
        <p:spPr>
          <a:xfrm>
            <a:off x="4837813" y="4323774"/>
            <a:ext cx="766557" cy="1107996"/>
          </a:xfrm>
          <a:prstGeom prst="rect">
            <a:avLst/>
          </a:prstGeom>
          <a:noFill/>
        </p:spPr>
        <p:txBody>
          <a:bodyPr wrap="none" rtlCol="0">
            <a:spAutoFit/>
          </a:bodyPr>
          <a:lstStyle/>
          <a:p>
            <a:r>
              <a:rPr lang="de-DE" sz="6600" dirty="0">
                <a:solidFill>
                  <a:srgbClr val="2B418E"/>
                </a:solidFill>
                <a:latin typeface="Brush Script MT" panose="03060802040406070304" pitchFamily="66" charset="0"/>
                <a:cs typeface="Dreaming Outloud Pro" panose="03050502040302030504" pitchFamily="66" charset="0"/>
              </a:rPr>
              <a:t>%</a:t>
            </a:r>
          </a:p>
        </p:txBody>
      </p:sp>
      <p:pic>
        <p:nvPicPr>
          <p:cNvPr id="4" name="Grafik 3" descr="Ein Bild, das Essen, Eiscreme, Milchprodukte, Nachspeise enthält.&#10;&#10;KI-generierte Inhalte können fehlerhaft sein.">
            <a:extLst>
              <a:ext uri="{FF2B5EF4-FFF2-40B4-BE49-F238E27FC236}">
                <a16:creationId xmlns:a16="http://schemas.microsoft.com/office/drawing/2014/main" id="{1708C645-5F09-E8C5-5EA6-7C2F91BB4D9E}"/>
              </a:ext>
            </a:extLst>
          </p:cNvPr>
          <p:cNvPicPr>
            <a:picLocks noChangeAspect="1"/>
          </p:cNvPicPr>
          <p:nvPr/>
        </p:nvPicPr>
        <p:blipFill>
          <a:blip r:embed="rId6">
            <a:extLst>
              <a:ext uri="{28A0092B-C50C-407E-A947-70E740481C1C}">
                <a14:useLocalDpi xmlns:a14="http://schemas.microsoft.com/office/drawing/2010/main" val="0"/>
              </a:ext>
            </a:extLst>
          </a:blip>
          <a:srcRect l="62981"/>
          <a:stretch>
            <a:fillRect/>
          </a:stretch>
        </p:blipFill>
        <p:spPr>
          <a:xfrm>
            <a:off x="8492682" y="1731103"/>
            <a:ext cx="2466579" cy="3747977"/>
          </a:xfrm>
          <a:prstGeom prst="rect">
            <a:avLst/>
          </a:prstGeom>
        </p:spPr>
      </p:pic>
      <p:cxnSp>
        <p:nvCxnSpPr>
          <p:cNvPr id="15" name="Gerade Verbindung mit Pfeil 14">
            <a:extLst>
              <a:ext uri="{FF2B5EF4-FFF2-40B4-BE49-F238E27FC236}">
                <a16:creationId xmlns:a16="http://schemas.microsoft.com/office/drawing/2014/main" id="{C1482E20-D188-DD79-0B08-36AE250CF300}"/>
              </a:ext>
            </a:extLst>
          </p:cNvPr>
          <p:cNvCxnSpPr/>
          <p:nvPr/>
        </p:nvCxnSpPr>
        <p:spPr>
          <a:xfrm flipV="1">
            <a:off x="5938576" y="1039839"/>
            <a:ext cx="0" cy="14400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4DB5239D-A775-15C6-D688-0039A07971F4}"/>
              </a:ext>
            </a:extLst>
          </p:cNvPr>
          <p:cNvCxnSpPr/>
          <p:nvPr/>
        </p:nvCxnSpPr>
        <p:spPr>
          <a:xfrm flipV="1">
            <a:off x="5938576" y="2883774"/>
            <a:ext cx="0" cy="14400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E8EE78BA-9E83-243F-A568-35E184213D74}"/>
              </a:ext>
            </a:extLst>
          </p:cNvPr>
          <p:cNvCxnSpPr>
            <a:cxnSpLocks/>
          </p:cNvCxnSpPr>
          <p:nvPr/>
        </p:nvCxnSpPr>
        <p:spPr>
          <a:xfrm>
            <a:off x="5938576" y="4607772"/>
            <a:ext cx="0" cy="14400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12663866-D85D-FD7D-6A2C-C4B1D4EA4FDC}"/>
              </a:ext>
            </a:extLst>
          </p:cNvPr>
          <p:cNvCxnSpPr/>
          <p:nvPr/>
        </p:nvCxnSpPr>
        <p:spPr>
          <a:xfrm flipV="1">
            <a:off x="10743363" y="2987772"/>
            <a:ext cx="0" cy="14400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Pfeil: nach rechts 20">
            <a:extLst>
              <a:ext uri="{FF2B5EF4-FFF2-40B4-BE49-F238E27FC236}">
                <a16:creationId xmlns:a16="http://schemas.microsoft.com/office/drawing/2014/main" id="{1FD0DACF-86AB-3943-E9A8-CFF39F069EEC}"/>
              </a:ext>
            </a:extLst>
          </p:cNvPr>
          <p:cNvSpPr/>
          <p:nvPr/>
        </p:nvSpPr>
        <p:spPr>
          <a:xfrm>
            <a:off x="6683980" y="3147616"/>
            <a:ext cx="1728315" cy="1013134"/>
          </a:xfrm>
          <a:prstGeom prst="rightArrow">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13015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910EC5D-9889-9201-6716-D4EACDD91C7A}"/>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055A0A31-F641-C92F-B6F5-E91A433984E0}"/>
              </a:ext>
            </a:extLst>
          </p:cNvPr>
          <p:cNvSpPr>
            <a:spLocks noGrp="1"/>
          </p:cNvSpPr>
          <p:nvPr>
            <p:ph type="sldNum" sz="quarter" idx="12"/>
          </p:nvPr>
        </p:nvSpPr>
        <p:spPr/>
        <p:txBody>
          <a:bodyPr/>
          <a:lstStyle/>
          <a:p>
            <a:fld id="{341CD41A-C668-429A-AD07-4F84BBC3B3E7}" type="slidenum">
              <a:rPr lang="de-DE" smtClean="0"/>
              <a:pPr/>
              <a:t>5</a:t>
            </a:fld>
            <a:endParaRPr lang="de-DE"/>
          </a:p>
        </p:txBody>
      </p:sp>
      <p:sp>
        <p:nvSpPr>
          <p:cNvPr id="5" name="Titel 4">
            <a:extLst>
              <a:ext uri="{FF2B5EF4-FFF2-40B4-BE49-F238E27FC236}">
                <a16:creationId xmlns:a16="http://schemas.microsoft.com/office/drawing/2014/main" id="{6924AD60-BDA3-AAE2-D439-BBF66D1CD856}"/>
              </a:ext>
            </a:extLst>
          </p:cNvPr>
          <p:cNvSpPr>
            <a:spLocks noGrp="1"/>
          </p:cNvSpPr>
          <p:nvPr>
            <p:ph type="title"/>
          </p:nvPr>
        </p:nvSpPr>
        <p:spPr>
          <a:xfrm>
            <a:off x="390938" y="309634"/>
            <a:ext cx="11410124" cy="369332"/>
          </a:xfrm>
        </p:spPr>
        <p:txBody>
          <a:bodyPr/>
          <a:lstStyle/>
          <a:p>
            <a:r>
              <a:rPr lang="de-DE" dirty="0"/>
              <a:t>In welcher Form / wie stehen die Daten zur Verfügung?</a:t>
            </a:r>
          </a:p>
        </p:txBody>
      </p:sp>
      <p:sp>
        <p:nvSpPr>
          <p:cNvPr id="6" name="Fußzeilenplatzhalter 5">
            <a:extLst>
              <a:ext uri="{FF2B5EF4-FFF2-40B4-BE49-F238E27FC236}">
                <a16:creationId xmlns:a16="http://schemas.microsoft.com/office/drawing/2014/main" id="{221F4C96-A2A8-E989-AE4F-8E4E8648E093}"/>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1FC93CC8-14A3-5543-5289-847F3FCA2AA2}"/>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9336AEFC-FB0E-905D-3986-38AEE9937AB1}"/>
              </a:ext>
            </a:extLst>
          </p:cNvPr>
          <p:cNvSpPr/>
          <p:nvPr/>
        </p:nvSpPr>
        <p:spPr>
          <a:xfrm>
            <a:off x="351181" y="2169150"/>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16EDE415-28CF-007B-6480-27DFBACD6181}"/>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BF84427E-5CB2-55F4-2632-370CEF8CC3ED}"/>
              </a:ext>
            </a:extLst>
          </p:cNvPr>
          <p:cNvSpPr/>
          <p:nvPr/>
        </p:nvSpPr>
        <p:spPr>
          <a:xfrm>
            <a:off x="351181" y="4427772"/>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939F6A8E-F42C-791E-DF80-B568F1AC6C60}"/>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Tree>
    <p:extLst>
      <p:ext uri="{BB962C8B-B14F-4D97-AF65-F5344CB8AC3E}">
        <p14:creationId xmlns:p14="http://schemas.microsoft.com/office/powerpoint/2010/main" val="1600181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910EC5D-9889-9201-6716-D4EACDD91C7A}"/>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055A0A31-F641-C92F-B6F5-E91A433984E0}"/>
              </a:ext>
            </a:extLst>
          </p:cNvPr>
          <p:cNvSpPr>
            <a:spLocks noGrp="1"/>
          </p:cNvSpPr>
          <p:nvPr>
            <p:ph type="sldNum" sz="quarter" idx="12"/>
          </p:nvPr>
        </p:nvSpPr>
        <p:spPr/>
        <p:txBody>
          <a:bodyPr/>
          <a:lstStyle/>
          <a:p>
            <a:fld id="{341CD41A-C668-429A-AD07-4F84BBC3B3E7}" type="slidenum">
              <a:rPr lang="de-DE" smtClean="0"/>
              <a:pPr/>
              <a:t>6</a:t>
            </a:fld>
            <a:endParaRPr lang="de-DE"/>
          </a:p>
        </p:txBody>
      </p:sp>
      <p:sp>
        <p:nvSpPr>
          <p:cNvPr id="5" name="Titel 4">
            <a:extLst>
              <a:ext uri="{FF2B5EF4-FFF2-40B4-BE49-F238E27FC236}">
                <a16:creationId xmlns:a16="http://schemas.microsoft.com/office/drawing/2014/main" id="{6924AD60-BDA3-AAE2-D439-BBF66D1CD856}"/>
              </a:ext>
            </a:extLst>
          </p:cNvPr>
          <p:cNvSpPr>
            <a:spLocks noGrp="1"/>
          </p:cNvSpPr>
          <p:nvPr>
            <p:ph type="title"/>
          </p:nvPr>
        </p:nvSpPr>
        <p:spPr>
          <a:xfrm>
            <a:off x="390938" y="309634"/>
            <a:ext cx="11410124" cy="369332"/>
          </a:xfrm>
        </p:spPr>
        <p:txBody>
          <a:bodyPr/>
          <a:lstStyle/>
          <a:p>
            <a:r>
              <a:rPr lang="de-DE" dirty="0"/>
              <a:t>Muss ich die Daten vorbereiten?</a:t>
            </a:r>
          </a:p>
        </p:txBody>
      </p:sp>
      <p:sp>
        <p:nvSpPr>
          <p:cNvPr id="6" name="Fußzeilenplatzhalter 5">
            <a:extLst>
              <a:ext uri="{FF2B5EF4-FFF2-40B4-BE49-F238E27FC236}">
                <a16:creationId xmlns:a16="http://schemas.microsoft.com/office/drawing/2014/main" id="{221F4C96-A2A8-E989-AE4F-8E4E8648E093}"/>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1FC93CC8-14A3-5543-5289-847F3FCA2AA2}"/>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9336AEFC-FB0E-905D-3986-38AEE9937AB1}"/>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16EDE415-28CF-007B-6480-27DFBACD6181}"/>
              </a:ext>
            </a:extLst>
          </p:cNvPr>
          <p:cNvSpPr/>
          <p:nvPr/>
        </p:nvSpPr>
        <p:spPr>
          <a:xfrm>
            <a:off x="351181" y="3298461"/>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BF84427E-5CB2-55F4-2632-370CEF8CC3ED}"/>
              </a:ext>
            </a:extLst>
          </p:cNvPr>
          <p:cNvSpPr/>
          <p:nvPr/>
        </p:nvSpPr>
        <p:spPr>
          <a:xfrm>
            <a:off x="351181" y="4427772"/>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939F6A8E-F42C-791E-DF80-B568F1AC6C60}"/>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Tree>
    <p:extLst>
      <p:ext uri="{BB962C8B-B14F-4D97-AF65-F5344CB8AC3E}">
        <p14:creationId xmlns:p14="http://schemas.microsoft.com/office/powerpoint/2010/main" val="1413033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46C27-CF39-A569-9A40-E4E05B837294}"/>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F6510C0A-45CD-729E-A7AA-9276669102E1}"/>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E1EE012D-D35D-FF08-7C2E-AE1CF64D8CBE}"/>
              </a:ext>
            </a:extLst>
          </p:cNvPr>
          <p:cNvSpPr>
            <a:spLocks noGrp="1"/>
          </p:cNvSpPr>
          <p:nvPr>
            <p:ph type="sldNum" sz="quarter" idx="12"/>
          </p:nvPr>
        </p:nvSpPr>
        <p:spPr/>
        <p:txBody>
          <a:bodyPr/>
          <a:lstStyle/>
          <a:p>
            <a:fld id="{341CD41A-C668-429A-AD07-4F84BBC3B3E7}" type="slidenum">
              <a:rPr lang="de-DE" smtClean="0"/>
              <a:pPr/>
              <a:t>7</a:t>
            </a:fld>
            <a:endParaRPr lang="de-DE"/>
          </a:p>
        </p:txBody>
      </p:sp>
      <p:sp>
        <p:nvSpPr>
          <p:cNvPr id="5" name="Titel 4">
            <a:extLst>
              <a:ext uri="{FF2B5EF4-FFF2-40B4-BE49-F238E27FC236}">
                <a16:creationId xmlns:a16="http://schemas.microsoft.com/office/drawing/2014/main" id="{39C9D2D2-44E6-3B0C-04D4-EF5013FB1131}"/>
              </a:ext>
            </a:extLst>
          </p:cNvPr>
          <p:cNvSpPr>
            <a:spLocks noGrp="1"/>
          </p:cNvSpPr>
          <p:nvPr>
            <p:ph type="title"/>
          </p:nvPr>
        </p:nvSpPr>
        <p:spPr>
          <a:xfrm>
            <a:off x="390938" y="309634"/>
            <a:ext cx="11410124" cy="369332"/>
          </a:xfrm>
        </p:spPr>
        <p:txBody>
          <a:bodyPr/>
          <a:lstStyle/>
          <a:p>
            <a:r>
              <a:rPr lang="de-DE" dirty="0"/>
              <a:t>Durchrechnen mit einem </a:t>
            </a:r>
            <a:r>
              <a:rPr lang="de-DE" dirty="0" err="1"/>
              <a:t>Perzeptron</a:t>
            </a:r>
            <a:endParaRPr lang="de-DE" dirty="0"/>
          </a:p>
        </p:txBody>
      </p:sp>
      <p:sp>
        <p:nvSpPr>
          <p:cNvPr id="6" name="Fußzeilenplatzhalter 5">
            <a:extLst>
              <a:ext uri="{FF2B5EF4-FFF2-40B4-BE49-F238E27FC236}">
                <a16:creationId xmlns:a16="http://schemas.microsoft.com/office/drawing/2014/main" id="{F1528334-70F9-6E38-B95A-CA882911207A}"/>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9DCC08F9-D246-26ED-1309-CE3E438BCB24}"/>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D5D4C328-691F-93D3-10F4-2C47F661933A}"/>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D9C79898-B0C2-E32F-B93E-642A4244B1C0}"/>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AF5BD259-CC91-3A42-9212-D83A2F5AA5A6}"/>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AC42D1D6-7052-714D-1BB8-CD64EE73DC73}"/>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grpSp>
        <p:nvGrpSpPr>
          <p:cNvPr id="7" name="Gruppieren 6">
            <a:extLst>
              <a:ext uri="{FF2B5EF4-FFF2-40B4-BE49-F238E27FC236}">
                <a16:creationId xmlns:a16="http://schemas.microsoft.com/office/drawing/2014/main" id="{76380491-726A-1AB4-F4A5-C6107A8B686D}"/>
              </a:ext>
            </a:extLst>
          </p:cNvPr>
          <p:cNvGrpSpPr/>
          <p:nvPr/>
        </p:nvGrpSpPr>
        <p:grpSpPr>
          <a:xfrm>
            <a:off x="3582226" y="1433762"/>
            <a:ext cx="5683011" cy="4074010"/>
            <a:chOff x="3582226" y="1433762"/>
            <a:chExt cx="5683011" cy="4074010"/>
          </a:xfrm>
        </p:grpSpPr>
        <p:sp>
          <p:nvSpPr>
            <p:cNvPr id="4" name="Ellipse 3">
              <a:extLst>
                <a:ext uri="{FF2B5EF4-FFF2-40B4-BE49-F238E27FC236}">
                  <a16:creationId xmlns:a16="http://schemas.microsoft.com/office/drawing/2014/main" id="{B1728867-C1C3-5A38-1F66-ED3869CDE70C}"/>
                </a:ext>
              </a:extLst>
            </p:cNvPr>
            <p:cNvSpPr/>
            <p:nvPr/>
          </p:nvSpPr>
          <p:spPr>
            <a:xfrm>
              <a:off x="4253022" y="2930767"/>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Ellipse 7">
              <a:extLst>
                <a:ext uri="{FF2B5EF4-FFF2-40B4-BE49-F238E27FC236}">
                  <a16:creationId xmlns:a16="http://schemas.microsoft.com/office/drawing/2014/main" id="{1C06635B-E9B2-C548-B9DB-AD6BE9EAD193}"/>
                </a:ext>
              </a:extLst>
            </p:cNvPr>
            <p:cNvSpPr/>
            <p:nvPr/>
          </p:nvSpPr>
          <p:spPr>
            <a:xfrm>
              <a:off x="4253022" y="4427772"/>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Ellipse 13">
              <a:extLst>
                <a:ext uri="{FF2B5EF4-FFF2-40B4-BE49-F238E27FC236}">
                  <a16:creationId xmlns:a16="http://schemas.microsoft.com/office/drawing/2014/main" id="{6FC5D53D-35B3-D8BE-93A2-93D07F7BE5B4}"/>
                </a:ext>
              </a:extLst>
            </p:cNvPr>
            <p:cNvSpPr/>
            <p:nvPr/>
          </p:nvSpPr>
          <p:spPr>
            <a:xfrm>
              <a:off x="4253022" y="1433762"/>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5" name="Ellipse 14">
              <a:extLst>
                <a:ext uri="{FF2B5EF4-FFF2-40B4-BE49-F238E27FC236}">
                  <a16:creationId xmlns:a16="http://schemas.microsoft.com/office/drawing/2014/main" id="{4F80C47B-E702-1039-5D4E-1BAEC4C96D41}"/>
                </a:ext>
              </a:extLst>
            </p:cNvPr>
            <p:cNvSpPr/>
            <p:nvPr/>
          </p:nvSpPr>
          <p:spPr>
            <a:xfrm>
              <a:off x="7613400" y="2930767"/>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17" name="Gerade Verbindung mit Pfeil 16">
              <a:extLst>
                <a:ext uri="{FF2B5EF4-FFF2-40B4-BE49-F238E27FC236}">
                  <a16:creationId xmlns:a16="http://schemas.microsoft.com/office/drawing/2014/main" id="{C6412597-8C74-0071-105F-45A6FDEF5BFB}"/>
                </a:ext>
              </a:extLst>
            </p:cNvPr>
            <p:cNvCxnSpPr>
              <a:cxnSpLocks/>
              <a:stCxn id="14" idx="6"/>
              <a:endCxn id="15" idx="2"/>
            </p:cNvCxnSpPr>
            <p:nvPr/>
          </p:nvCxnSpPr>
          <p:spPr>
            <a:xfrm>
              <a:off x="5333022" y="1973762"/>
              <a:ext cx="2280378" cy="14970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Gerade Verbindung mit Pfeil 18">
              <a:extLst>
                <a:ext uri="{FF2B5EF4-FFF2-40B4-BE49-F238E27FC236}">
                  <a16:creationId xmlns:a16="http://schemas.microsoft.com/office/drawing/2014/main" id="{18C5F497-83F7-8B0A-04B6-99105FE0006D}"/>
                </a:ext>
              </a:extLst>
            </p:cNvPr>
            <p:cNvCxnSpPr>
              <a:cxnSpLocks/>
              <a:endCxn id="15" idx="2"/>
            </p:cNvCxnSpPr>
            <p:nvPr/>
          </p:nvCxnSpPr>
          <p:spPr>
            <a:xfrm>
              <a:off x="5333022" y="3429000"/>
              <a:ext cx="2280378" cy="4176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FE85D115-0B76-AB4A-CEED-2BBB9937A047}"/>
                </a:ext>
              </a:extLst>
            </p:cNvPr>
            <p:cNvCxnSpPr>
              <a:cxnSpLocks/>
              <a:stCxn id="8" idx="6"/>
              <a:endCxn id="15" idx="2"/>
            </p:cNvCxnSpPr>
            <p:nvPr/>
          </p:nvCxnSpPr>
          <p:spPr>
            <a:xfrm flipV="1">
              <a:off x="5333022" y="3470767"/>
              <a:ext cx="2280378" cy="14970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984B3E16-B6B1-E698-E653-3105E5E3D6E4}"/>
                </a:ext>
              </a:extLst>
            </p:cNvPr>
            <p:cNvSpPr txBox="1"/>
            <p:nvPr/>
          </p:nvSpPr>
          <p:spPr>
            <a:xfrm>
              <a:off x="3582226" y="1678229"/>
              <a:ext cx="388248" cy="523220"/>
            </a:xfrm>
            <a:prstGeom prst="rect">
              <a:avLst/>
            </a:prstGeom>
            <a:noFill/>
          </p:spPr>
          <p:txBody>
            <a:bodyPr wrap="none" rtlCol="0">
              <a:spAutoFit/>
            </a:bodyPr>
            <a:lstStyle/>
            <a:p>
              <a:r>
                <a:rPr lang="de-DE" sz="2800" dirty="0"/>
                <a:t>i</a:t>
              </a:r>
              <a:r>
                <a:rPr lang="de-DE" sz="2800" baseline="-25000" dirty="0"/>
                <a:t>1</a:t>
              </a:r>
            </a:p>
          </p:txBody>
        </p:sp>
        <p:sp>
          <p:nvSpPr>
            <p:cNvPr id="25" name="Textfeld 24">
              <a:extLst>
                <a:ext uri="{FF2B5EF4-FFF2-40B4-BE49-F238E27FC236}">
                  <a16:creationId xmlns:a16="http://schemas.microsoft.com/office/drawing/2014/main" id="{3DD78BAD-290C-6529-0D05-D946EF7C1CC8}"/>
                </a:ext>
              </a:extLst>
            </p:cNvPr>
            <p:cNvSpPr txBox="1"/>
            <p:nvPr/>
          </p:nvSpPr>
          <p:spPr>
            <a:xfrm>
              <a:off x="3582226" y="3130963"/>
              <a:ext cx="388248" cy="523220"/>
            </a:xfrm>
            <a:prstGeom prst="rect">
              <a:avLst/>
            </a:prstGeom>
            <a:noFill/>
          </p:spPr>
          <p:txBody>
            <a:bodyPr wrap="none" rtlCol="0">
              <a:spAutoFit/>
            </a:bodyPr>
            <a:lstStyle/>
            <a:p>
              <a:r>
                <a:rPr lang="de-DE" sz="2800" dirty="0"/>
                <a:t>i</a:t>
              </a:r>
              <a:r>
                <a:rPr lang="de-DE" sz="2800" baseline="-25000" dirty="0"/>
                <a:t>2</a:t>
              </a:r>
            </a:p>
          </p:txBody>
        </p:sp>
        <p:sp>
          <p:nvSpPr>
            <p:cNvPr id="26" name="Textfeld 25">
              <a:extLst>
                <a:ext uri="{FF2B5EF4-FFF2-40B4-BE49-F238E27FC236}">
                  <a16:creationId xmlns:a16="http://schemas.microsoft.com/office/drawing/2014/main" id="{7597D776-1553-E668-B180-5044CC48170B}"/>
                </a:ext>
              </a:extLst>
            </p:cNvPr>
            <p:cNvSpPr txBox="1"/>
            <p:nvPr/>
          </p:nvSpPr>
          <p:spPr>
            <a:xfrm>
              <a:off x="3582226" y="4706162"/>
              <a:ext cx="388248" cy="523220"/>
            </a:xfrm>
            <a:prstGeom prst="rect">
              <a:avLst/>
            </a:prstGeom>
            <a:noFill/>
          </p:spPr>
          <p:txBody>
            <a:bodyPr wrap="none" rtlCol="0">
              <a:spAutoFit/>
            </a:bodyPr>
            <a:lstStyle/>
            <a:p>
              <a:r>
                <a:rPr lang="de-DE" sz="2800" dirty="0"/>
                <a:t>i</a:t>
              </a:r>
              <a:r>
                <a:rPr lang="de-DE" sz="2800" baseline="-25000" dirty="0"/>
                <a:t>3</a:t>
              </a:r>
            </a:p>
          </p:txBody>
        </p:sp>
        <p:sp>
          <p:nvSpPr>
            <p:cNvPr id="27" name="Textfeld 26">
              <a:extLst>
                <a:ext uri="{FF2B5EF4-FFF2-40B4-BE49-F238E27FC236}">
                  <a16:creationId xmlns:a16="http://schemas.microsoft.com/office/drawing/2014/main" id="{A8C22E84-9D33-9025-0A6E-4B20F72379CD}"/>
                </a:ext>
              </a:extLst>
            </p:cNvPr>
            <p:cNvSpPr txBox="1"/>
            <p:nvPr/>
          </p:nvSpPr>
          <p:spPr>
            <a:xfrm>
              <a:off x="8891417" y="3130963"/>
              <a:ext cx="373820" cy="523220"/>
            </a:xfrm>
            <a:prstGeom prst="rect">
              <a:avLst/>
            </a:prstGeom>
            <a:noFill/>
          </p:spPr>
          <p:txBody>
            <a:bodyPr wrap="none" rtlCol="0">
              <a:spAutoFit/>
            </a:bodyPr>
            <a:lstStyle/>
            <a:p>
              <a:r>
                <a:rPr lang="de-DE" sz="2800" dirty="0"/>
                <a:t>o</a:t>
              </a:r>
              <a:endParaRPr lang="de-DE" sz="2800" baseline="-25000" dirty="0"/>
            </a:p>
          </p:txBody>
        </p:sp>
        <p:sp>
          <p:nvSpPr>
            <p:cNvPr id="28" name="Textfeld 27">
              <a:extLst>
                <a:ext uri="{FF2B5EF4-FFF2-40B4-BE49-F238E27FC236}">
                  <a16:creationId xmlns:a16="http://schemas.microsoft.com/office/drawing/2014/main" id="{2401FC9E-503C-DA8C-984E-307A445389DE}"/>
                </a:ext>
              </a:extLst>
            </p:cNvPr>
            <p:cNvSpPr txBox="1"/>
            <p:nvPr/>
          </p:nvSpPr>
          <p:spPr>
            <a:xfrm>
              <a:off x="6209890" y="2144794"/>
              <a:ext cx="562975" cy="523220"/>
            </a:xfrm>
            <a:prstGeom prst="rect">
              <a:avLst/>
            </a:prstGeom>
            <a:noFill/>
          </p:spPr>
          <p:txBody>
            <a:bodyPr wrap="none" rtlCol="0">
              <a:spAutoFit/>
            </a:bodyPr>
            <a:lstStyle/>
            <a:p>
              <a:r>
                <a:rPr lang="de-DE" sz="2800" dirty="0"/>
                <a:t>w</a:t>
              </a:r>
              <a:r>
                <a:rPr lang="de-DE" sz="2800" baseline="-25000" dirty="0"/>
                <a:t>1</a:t>
              </a:r>
            </a:p>
          </p:txBody>
        </p:sp>
        <p:sp>
          <p:nvSpPr>
            <p:cNvPr id="29" name="Textfeld 28">
              <a:extLst>
                <a:ext uri="{FF2B5EF4-FFF2-40B4-BE49-F238E27FC236}">
                  <a16:creationId xmlns:a16="http://schemas.microsoft.com/office/drawing/2014/main" id="{5F80B005-61C1-C0AE-558D-61A86B590527}"/>
                </a:ext>
              </a:extLst>
            </p:cNvPr>
            <p:cNvSpPr txBox="1"/>
            <p:nvPr/>
          </p:nvSpPr>
          <p:spPr>
            <a:xfrm>
              <a:off x="6209890" y="2889796"/>
              <a:ext cx="562975" cy="523220"/>
            </a:xfrm>
            <a:prstGeom prst="rect">
              <a:avLst/>
            </a:prstGeom>
            <a:noFill/>
          </p:spPr>
          <p:txBody>
            <a:bodyPr wrap="none" rtlCol="0">
              <a:spAutoFit/>
            </a:bodyPr>
            <a:lstStyle/>
            <a:p>
              <a:r>
                <a:rPr lang="de-DE" sz="2800" dirty="0"/>
                <a:t>w</a:t>
              </a:r>
              <a:r>
                <a:rPr lang="de-DE" sz="2800" baseline="-25000" dirty="0"/>
                <a:t>2</a:t>
              </a:r>
            </a:p>
          </p:txBody>
        </p:sp>
        <p:sp>
          <p:nvSpPr>
            <p:cNvPr id="30" name="Textfeld 29">
              <a:extLst>
                <a:ext uri="{FF2B5EF4-FFF2-40B4-BE49-F238E27FC236}">
                  <a16:creationId xmlns:a16="http://schemas.microsoft.com/office/drawing/2014/main" id="{B933C034-EDDF-9804-1F25-18CED2BA84E7}"/>
                </a:ext>
              </a:extLst>
            </p:cNvPr>
            <p:cNvSpPr txBox="1"/>
            <p:nvPr/>
          </p:nvSpPr>
          <p:spPr>
            <a:xfrm>
              <a:off x="6209890" y="3594083"/>
              <a:ext cx="562975" cy="523220"/>
            </a:xfrm>
            <a:prstGeom prst="rect">
              <a:avLst/>
            </a:prstGeom>
            <a:noFill/>
          </p:spPr>
          <p:txBody>
            <a:bodyPr wrap="none" rtlCol="0">
              <a:spAutoFit/>
            </a:bodyPr>
            <a:lstStyle/>
            <a:p>
              <a:r>
                <a:rPr lang="de-DE" sz="2800" dirty="0"/>
                <a:t>w</a:t>
              </a:r>
              <a:r>
                <a:rPr lang="de-DE" sz="2800" baseline="-25000" dirty="0"/>
                <a:t>3</a:t>
              </a:r>
            </a:p>
          </p:txBody>
        </p:sp>
      </p:grpSp>
    </p:spTree>
    <p:extLst>
      <p:ext uri="{BB962C8B-B14F-4D97-AF65-F5344CB8AC3E}">
        <p14:creationId xmlns:p14="http://schemas.microsoft.com/office/powerpoint/2010/main" val="2839675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910EC5D-9889-9201-6716-D4EACDD91C7A}"/>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055A0A31-F641-C92F-B6F5-E91A433984E0}"/>
              </a:ext>
            </a:extLst>
          </p:cNvPr>
          <p:cNvSpPr>
            <a:spLocks noGrp="1"/>
          </p:cNvSpPr>
          <p:nvPr>
            <p:ph type="sldNum" sz="quarter" idx="12"/>
          </p:nvPr>
        </p:nvSpPr>
        <p:spPr/>
        <p:txBody>
          <a:bodyPr/>
          <a:lstStyle/>
          <a:p>
            <a:fld id="{341CD41A-C668-429A-AD07-4F84BBC3B3E7}" type="slidenum">
              <a:rPr lang="de-DE" smtClean="0"/>
              <a:pPr/>
              <a:t>8</a:t>
            </a:fld>
            <a:endParaRPr lang="de-DE"/>
          </a:p>
        </p:txBody>
      </p:sp>
      <p:sp>
        <p:nvSpPr>
          <p:cNvPr id="5" name="Titel 4">
            <a:extLst>
              <a:ext uri="{FF2B5EF4-FFF2-40B4-BE49-F238E27FC236}">
                <a16:creationId xmlns:a16="http://schemas.microsoft.com/office/drawing/2014/main" id="{6924AD60-BDA3-AAE2-D439-BBF66D1CD856}"/>
              </a:ext>
            </a:extLst>
          </p:cNvPr>
          <p:cNvSpPr>
            <a:spLocks noGrp="1"/>
          </p:cNvSpPr>
          <p:nvPr>
            <p:ph type="title"/>
          </p:nvPr>
        </p:nvSpPr>
        <p:spPr>
          <a:xfrm>
            <a:off x="390938" y="309634"/>
            <a:ext cx="11410124" cy="369332"/>
          </a:xfrm>
        </p:spPr>
        <p:txBody>
          <a:bodyPr/>
          <a:lstStyle/>
          <a:p>
            <a:r>
              <a:rPr lang="de-DE" dirty="0"/>
              <a:t>Durchrechnen mit einem </a:t>
            </a:r>
            <a:r>
              <a:rPr lang="de-DE" dirty="0" err="1"/>
              <a:t>Perzeptron</a:t>
            </a:r>
            <a:endParaRPr lang="de-DE" dirty="0"/>
          </a:p>
        </p:txBody>
      </p:sp>
      <p:sp>
        <p:nvSpPr>
          <p:cNvPr id="6" name="Fußzeilenplatzhalter 5">
            <a:extLst>
              <a:ext uri="{FF2B5EF4-FFF2-40B4-BE49-F238E27FC236}">
                <a16:creationId xmlns:a16="http://schemas.microsoft.com/office/drawing/2014/main" id="{221F4C96-A2A8-E989-AE4F-8E4E8648E093}"/>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1FC93CC8-14A3-5543-5289-847F3FCA2AA2}"/>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9336AEFC-FB0E-905D-3986-38AEE9937AB1}"/>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16EDE415-28CF-007B-6480-27DFBACD6181}"/>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BF84427E-5CB2-55F4-2632-370CEF8CC3ED}"/>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939F6A8E-F42C-791E-DF80-B568F1AC6C60}"/>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grpSp>
        <p:nvGrpSpPr>
          <p:cNvPr id="35" name="Gruppieren 34">
            <a:extLst>
              <a:ext uri="{FF2B5EF4-FFF2-40B4-BE49-F238E27FC236}">
                <a16:creationId xmlns:a16="http://schemas.microsoft.com/office/drawing/2014/main" id="{6B7BEC7A-F9D0-F4B1-16BD-E16B6026D722}"/>
              </a:ext>
            </a:extLst>
          </p:cNvPr>
          <p:cNvGrpSpPr/>
          <p:nvPr/>
        </p:nvGrpSpPr>
        <p:grpSpPr>
          <a:xfrm>
            <a:off x="2834907" y="931603"/>
            <a:ext cx="2577366" cy="1941593"/>
            <a:chOff x="3582224" y="1265763"/>
            <a:chExt cx="5631052" cy="4242009"/>
          </a:xfrm>
        </p:grpSpPr>
        <p:sp>
          <p:nvSpPr>
            <p:cNvPr id="4" name="Ellipse 3">
              <a:extLst>
                <a:ext uri="{FF2B5EF4-FFF2-40B4-BE49-F238E27FC236}">
                  <a16:creationId xmlns:a16="http://schemas.microsoft.com/office/drawing/2014/main" id="{68E9C661-A313-18ED-EBE4-52C4422191AD}"/>
                </a:ext>
              </a:extLst>
            </p:cNvPr>
            <p:cNvSpPr/>
            <p:nvPr/>
          </p:nvSpPr>
          <p:spPr>
            <a:xfrm>
              <a:off x="4253022"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Ellipse 7">
              <a:extLst>
                <a:ext uri="{FF2B5EF4-FFF2-40B4-BE49-F238E27FC236}">
                  <a16:creationId xmlns:a16="http://schemas.microsoft.com/office/drawing/2014/main" id="{EBAB69C3-A9CD-F904-8D6F-964EE0F5A59B}"/>
                </a:ext>
              </a:extLst>
            </p:cNvPr>
            <p:cNvSpPr/>
            <p:nvPr/>
          </p:nvSpPr>
          <p:spPr>
            <a:xfrm>
              <a:off x="4253022" y="442777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Ellipse 13">
              <a:extLst>
                <a:ext uri="{FF2B5EF4-FFF2-40B4-BE49-F238E27FC236}">
                  <a16:creationId xmlns:a16="http://schemas.microsoft.com/office/drawing/2014/main" id="{AA519628-AEDF-1274-06CE-8FA1715A928C}"/>
                </a:ext>
              </a:extLst>
            </p:cNvPr>
            <p:cNvSpPr/>
            <p:nvPr/>
          </p:nvSpPr>
          <p:spPr>
            <a:xfrm>
              <a:off x="4253022" y="143376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5" name="Ellipse 14">
              <a:extLst>
                <a:ext uri="{FF2B5EF4-FFF2-40B4-BE49-F238E27FC236}">
                  <a16:creationId xmlns:a16="http://schemas.microsoft.com/office/drawing/2014/main" id="{F671A4F5-A02A-B6D3-4FC4-539DA9733A52}"/>
                </a:ext>
              </a:extLst>
            </p:cNvPr>
            <p:cNvSpPr/>
            <p:nvPr/>
          </p:nvSpPr>
          <p:spPr>
            <a:xfrm>
              <a:off x="7613400"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17" name="Gerade Verbindung mit Pfeil 16">
              <a:extLst>
                <a:ext uri="{FF2B5EF4-FFF2-40B4-BE49-F238E27FC236}">
                  <a16:creationId xmlns:a16="http://schemas.microsoft.com/office/drawing/2014/main" id="{90CF0A9F-0F38-6259-47D9-1997836A61D3}"/>
                </a:ext>
              </a:extLst>
            </p:cNvPr>
            <p:cNvCxnSpPr>
              <a:cxnSpLocks/>
              <a:stCxn id="14" idx="6"/>
              <a:endCxn id="15" idx="2"/>
            </p:cNvCxnSpPr>
            <p:nvPr/>
          </p:nvCxnSpPr>
          <p:spPr>
            <a:xfrm>
              <a:off x="5333022" y="1973762"/>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Gerade Verbindung mit Pfeil 18">
              <a:extLst>
                <a:ext uri="{FF2B5EF4-FFF2-40B4-BE49-F238E27FC236}">
                  <a16:creationId xmlns:a16="http://schemas.microsoft.com/office/drawing/2014/main" id="{2939B193-9A6C-45C6-BC8F-769343B95198}"/>
                </a:ext>
              </a:extLst>
            </p:cNvPr>
            <p:cNvCxnSpPr>
              <a:cxnSpLocks/>
              <a:endCxn id="15" idx="2"/>
            </p:cNvCxnSpPr>
            <p:nvPr/>
          </p:nvCxnSpPr>
          <p:spPr>
            <a:xfrm>
              <a:off x="5333022" y="3429000"/>
              <a:ext cx="2280378" cy="417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A20E1C5D-4EB0-653B-0DF9-7C1840E1E406}"/>
                </a:ext>
              </a:extLst>
            </p:cNvPr>
            <p:cNvCxnSpPr>
              <a:cxnSpLocks/>
              <a:stCxn id="8" idx="6"/>
              <a:endCxn id="15" idx="2"/>
            </p:cNvCxnSpPr>
            <p:nvPr/>
          </p:nvCxnSpPr>
          <p:spPr>
            <a:xfrm flipV="1">
              <a:off x="5333022" y="3470767"/>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288040E3-14E1-3111-0F52-C4AAAA8CA2D0}"/>
                </a:ext>
              </a:extLst>
            </p:cNvPr>
            <p:cNvSpPr txBox="1"/>
            <p:nvPr/>
          </p:nvSpPr>
          <p:spPr>
            <a:xfrm>
              <a:off x="3582224" y="1265763"/>
              <a:ext cx="388247" cy="523220"/>
            </a:xfrm>
            <a:prstGeom prst="rect">
              <a:avLst/>
            </a:prstGeom>
            <a:noFill/>
          </p:spPr>
          <p:txBody>
            <a:bodyPr wrap="none" rtlCol="0">
              <a:spAutoFit/>
            </a:bodyPr>
            <a:lstStyle/>
            <a:p>
              <a:r>
                <a:rPr lang="de-DE" sz="2800" dirty="0"/>
                <a:t>i</a:t>
              </a:r>
              <a:r>
                <a:rPr lang="de-DE" sz="2800" baseline="-25000" dirty="0"/>
                <a:t>1</a:t>
              </a:r>
            </a:p>
          </p:txBody>
        </p:sp>
        <p:sp>
          <p:nvSpPr>
            <p:cNvPr id="25" name="Textfeld 24">
              <a:extLst>
                <a:ext uri="{FF2B5EF4-FFF2-40B4-BE49-F238E27FC236}">
                  <a16:creationId xmlns:a16="http://schemas.microsoft.com/office/drawing/2014/main" id="{B49E7848-A486-43FA-E122-99C9A8DA8F52}"/>
                </a:ext>
              </a:extLst>
            </p:cNvPr>
            <p:cNvSpPr txBox="1"/>
            <p:nvPr/>
          </p:nvSpPr>
          <p:spPr>
            <a:xfrm>
              <a:off x="3582224" y="2851772"/>
              <a:ext cx="388247" cy="523220"/>
            </a:xfrm>
            <a:prstGeom prst="rect">
              <a:avLst/>
            </a:prstGeom>
            <a:noFill/>
          </p:spPr>
          <p:txBody>
            <a:bodyPr wrap="none" rtlCol="0">
              <a:spAutoFit/>
            </a:bodyPr>
            <a:lstStyle/>
            <a:p>
              <a:r>
                <a:rPr lang="de-DE" sz="2800" dirty="0"/>
                <a:t>i</a:t>
              </a:r>
              <a:r>
                <a:rPr lang="de-DE" sz="2800" baseline="-25000" dirty="0"/>
                <a:t>2</a:t>
              </a:r>
            </a:p>
          </p:txBody>
        </p:sp>
        <p:sp>
          <p:nvSpPr>
            <p:cNvPr id="26" name="Textfeld 25">
              <a:extLst>
                <a:ext uri="{FF2B5EF4-FFF2-40B4-BE49-F238E27FC236}">
                  <a16:creationId xmlns:a16="http://schemas.microsoft.com/office/drawing/2014/main" id="{47E52B77-50B6-2A9E-3C8E-7A5D91BCAD35}"/>
                </a:ext>
              </a:extLst>
            </p:cNvPr>
            <p:cNvSpPr txBox="1"/>
            <p:nvPr/>
          </p:nvSpPr>
          <p:spPr>
            <a:xfrm>
              <a:off x="3582224" y="4371180"/>
              <a:ext cx="388247" cy="523220"/>
            </a:xfrm>
            <a:prstGeom prst="rect">
              <a:avLst/>
            </a:prstGeom>
            <a:noFill/>
          </p:spPr>
          <p:txBody>
            <a:bodyPr wrap="none" rtlCol="0">
              <a:spAutoFit/>
            </a:bodyPr>
            <a:lstStyle/>
            <a:p>
              <a:r>
                <a:rPr lang="de-DE" sz="2800" dirty="0"/>
                <a:t>i</a:t>
              </a:r>
              <a:r>
                <a:rPr lang="de-DE" sz="2800" baseline="-25000" dirty="0"/>
                <a:t>3</a:t>
              </a:r>
            </a:p>
          </p:txBody>
        </p:sp>
        <p:sp>
          <p:nvSpPr>
            <p:cNvPr id="27" name="Textfeld 26">
              <a:extLst>
                <a:ext uri="{FF2B5EF4-FFF2-40B4-BE49-F238E27FC236}">
                  <a16:creationId xmlns:a16="http://schemas.microsoft.com/office/drawing/2014/main" id="{6EE263B1-F593-ED1C-935A-B1B7DFD4E10D}"/>
                </a:ext>
              </a:extLst>
            </p:cNvPr>
            <p:cNvSpPr txBox="1"/>
            <p:nvPr/>
          </p:nvSpPr>
          <p:spPr>
            <a:xfrm>
              <a:off x="8839455" y="2839561"/>
              <a:ext cx="373821" cy="523220"/>
            </a:xfrm>
            <a:prstGeom prst="rect">
              <a:avLst/>
            </a:prstGeom>
            <a:noFill/>
          </p:spPr>
          <p:txBody>
            <a:bodyPr wrap="none" rtlCol="0">
              <a:spAutoFit/>
            </a:bodyPr>
            <a:lstStyle/>
            <a:p>
              <a:r>
                <a:rPr lang="de-DE" sz="2800" dirty="0"/>
                <a:t>o</a:t>
              </a:r>
              <a:endParaRPr lang="de-DE" sz="2800" baseline="-25000" dirty="0"/>
            </a:p>
          </p:txBody>
        </p:sp>
        <p:sp>
          <p:nvSpPr>
            <p:cNvPr id="28" name="Textfeld 27">
              <a:extLst>
                <a:ext uri="{FF2B5EF4-FFF2-40B4-BE49-F238E27FC236}">
                  <a16:creationId xmlns:a16="http://schemas.microsoft.com/office/drawing/2014/main" id="{D7642093-ADC4-619E-C71E-E2BD1029B2CB}"/>
                </a:ext>
              </a:extLst>
            </p:cNvPr>
            <p:cNvSpPr txBox="1"/>
            <p:nvPr/>
          </p:nvSpPr>
          <p:spPr>
            <a:xfrm>
              <a:off x="5575480" y="1359924"/>
              <a:ext cx="562975" cy="523220"/>
            </a:xfrm>
            <a:prstGeom prst="rect">
              <a:avLst/>
            </a:prstGeom>
            <a:noFill/>
          </p:spPr>
          <p:txBody>
            <a:bodyPr wrap="none" rtlCol="0">
              <a:spAutoFit/>
            </a:bodyPr>
            <a:lstStyle/>
            <a:p>
              <a:r>
                <a:rPr lang="de-DE" sz="2800" dirty="0"/>
                <a:t>w</a:t>
              </a:r>
              <a:r>
                <a:rPr lang="de-DE" sz="2800" baseline="-25000" dirty="0"/>
                <a:t>1</a:t>
              </a:r>
            </a:p>
          </p:txBody>
        </p:sp>
        <p:sp>
          <p:nvSpPr>
            <p:cNvPr id="29" name="Textfeld 28">
              <a:extLst>
                <a:ext uri="{FF2B5EF4-FFF2-40B4-BE49-F238E27FC236}">
                  <a16:creationId xmlns:a16="http://schemas.microsoft.com/office/drawing/2014/main" id="{A2DF58BB-ABBC-9B37-BA25-506D27D1613A}"/>
                </a:ext>
              </a:extLst>
            </p:cNvPr>
            <p:cNvSpPr txBox="1"/>
            <p:nvPr/>
          </p:nvSpPr>
          <p:spPr>
            <a:xfrm>
              <a:off x="5575482" y="2350451"/>
              <a:ext cx="562975" cy="523220"/>
            </a:xfrm>
            <a:prstGeom prst="rect">
              <a:avLst/>
            </a:prstGeom>
            <a:noFill/>
          </p:spPr>
          <p:txBody>
            <a:bodyPr wrap="none" rtlCol="0">
              <a:spAutoFit/>
            </a:bodyPr>
            <a:lstStyle/>
            <a:p>
              <a:r>
                <a:rPr lang="de-DE" sz="2800" dirty="0"/>
                <a:t>w</a:t>
              </a:r>
              <a:r>
                <a:rPr lang="de-DE" sz="2800" baseline="-25000" dirty="0"/>
                <a:t>2</a:t>
              </a:r>
            </a:p>
          </p:txBody>
        </p:sp>
        <p:sp>
          <p:nvSpPr>
            <p:cNvPr id="30" name="Textfeld 29">
              <a:extLst>
                <a:ext uri="{FF2B5EF4-FFF2-40B4-BE49-F238E27FC236}">
                  <a16:creationId xmlns:a16="http://schemas.microsoft.com/office/drawing/2014/main" id="{E9C1CD07-099E-64EA-0E5D-D7C9AA2D48A0}"/>
                </a:ext>
              </a:extLst>
            </p:cNvPr>
            <p:cNvSpPr txBox="1"/>
            <p:nvPr/>
          </p:nvSpPr>
          <p:spPr>
            <a:xfrm>
              <a:off x="5537886" y="3151421"/>
              <a:ext cx="562975" cy="523220"/>
            </a:xfrm>
            <a:prstGeom prst="rect">
              <a:avLst/>
            </a:prstGeom>
            <a:noFill/>
          </p:spPr>
          <p:txBody>
            <a:bodyPr wrap="none" rtlCol="0">
              <a:spAutoFit/>
            </a:bodyPr>
            <a:lstStyle/>
            <a:p>
              <a:r>
                <a:rPr lang="de-DE" sz="2800" dirty="0"/>
                <a:t>w</a:t>
              </a:r>
              <a:r>
                <a:rPr lang="de-DE" sz="2800" baseline="-25000" dirty="0"/>
                <a:t>3</a:t>
              </a:r>
            </a:p>
          </p:txBody>
        </p:sp>
      </p:gr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D49B3134-ACEE-0819-0F60-D6C0FF21EAE7}"/>
                  </a:ext>
                </a:extLst>
              </p:cNvPr>
              <p:cNvSpPr txBox="1"/>
              <p:nvPr/>
            </p:nvSpPr>
            <p:spPr>
              <a:xfrm>
                <a:off x="7011433" y="2237616"/>
                <a:ext cx="401334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31" name="Textfeld 30">
                <a:extLst>
                  <a:ext uri="{FF2B5EF4-FFF2-40B4-BE49-F238E27FC236}">
                    <a16:creationId xmlns:a16="http://schemas.microsoft.com/office/drawing/2014/main" id="{D49B3134-ACEE-0819-0F60-D6C0FF21EAE7}"/>
                  </a:ext>
                </a:extLst>
              </p:cNvPr>
              <p:cNvSpPr txBox="1">
                <a:spLocks noRot="1" noChangeAspect="1" noMove="1" noResize="1" noEditPoints="1" noAdjustHandles="1" noChangeArrowheads="1" noChangeShapeType="1" noTextEdit="1"/>
              </p:cNvSpPr>
              <p:nvPr/>
            </p:nvSpPr>
            <p:spPr>
              <a:xfrm>
                <a:off x="7011433" y="2237616"/>
                <a:ext cx="4013343" cy="461665"/>
              </a:xfrm>
              <a:prstGeom prst="rect">
                <a:avLst/>
              </a:prstGeom>
              <a:blipFill>
                <a:blip r:embed="rId2"/>
                <a:stretch>
                  <a:fillRect b="-1316"/>
                </a:stretch>
              </a:blipFill>
            </p:spPr>
            <p:txBody>
              <a:bodyPr/>
              <a:lstStyle/>
              <a:p>
                <a:r>
                  <a:rPr lang="de-DE">
                    <a:noFill/>
                  </a:rPr>
                  <a:t> </a:t>
                </a:r>
              </a:p>
            </p:txBody>
          </p:sp>
        </mc:Fallback>
      </mc:AlternateContent>
      <p:graphicFrame>
        <p:nvGraphicFramePr>
          <p:cNvPr id="34" name="Tabelle 33">
            <a:extLst>
              <a:ext uri="{FF2B5EF4-FFF2-40B4-BE49-F238E27FC236}">
                <a16:creationId xmlns:a16="http://schemas.microsoft.com/office/drawing/2014/main" id="{10ADEC7D-E377-A372-D922-A7F02A421E79}"/>
              </a:ext>
            </a:extLst>
          </p:cNvPr>
          <p:cNvGraphicFramePr>
            <a:graphicFrameLocks noGrp="1"/>
          </p:cNvGraphicFramePr>
          <p:nvPr>
            <p:extLst>
              <p:ext uri="{D42A27DB-BD31-4B8C-83A1-F6EECF244321}">
                <p14:modId xmlns:p14="http://schemas.microsoft.com/office/powerpoint/2010/main" val="222685150"/>
              </p:ext>
            </p:extLst>
          </p:nvPr>
        </p:nvGraphicFramePr>
        <p:xfrm>
          <a:off x="6096000" y="1141788"/>
          <a:ext cx="5744820" cy="914400"/>
        </p:xfrm>
        <a:graphic>
          <a:graphicData uri="http://schemas.openxmlformats.org/drawingml/2006/table">
            <a:tbl>
              <a:tblPr firstRow="1" bandRow="1">
                <a:tableStyleId>{5A111915-BE36-4E01-A7E5-04B1672EAD32}</a:tableStyleId>
              </a:tblPr>
              <a:tblGrid>
                <a:gridCol w="1436205">
                  <a:extLst>
                    <a:ext uri="{9D8B030D-6E8A-4147-A177-3AD203B41FA5}">
                      <a16:colId xmlns:a16="http://schemas.microsoft.com/office/drawing/2014/main" val="3289116828"/>
                    </a:ext>
                  </a:extLst>
                </a:gridCol>
                <a:gridCol w="1436205">
                  <a:extLst>
                    <a:ext uri="{9D8B030D-6E8A-4147-A177-3AD203B41FA5}">
                      <a16:colId xmlns:a16="http://schemas.microsoft.com/office/drawing/2014/main" val="1326071928"/>
                    </a:ext>
                  </a:extLst>
                </a:gridCol>
                <a:gridCol w="1436205">
                  <a:extLst>
                    <a:ext uri="{9D8B030D-6E8A-4147-A177-3AD203B41FA5}">
                      <a16:colId xmlns:a16="http://schemas.microsoft.com/office/drawing/2014/main" val="499440027"/>
                    </a:ext>
                  </a:extLst>
                </a:gridCol>
                <a:gridCol w="1436205">
                  <a:extLst>
                    <a:ext uri="{9D8B030D-6E8A-4147-A177-3AD203B41FA5}">
                      <a16:colId xmlns:a16="http://schemas.microsoft.com/office/drawing/2014/main" val="1221056149"/>
                    </a:ext>
                  </a:extLst>
                </a:gridCol>
              </a:tblGrid>
              <a:tr h="370840">
                <a:tc>
                  <a:txBody>
                    <a:bodyPr/>
                    <a:lstStyle/>
                    <a:p>
                      <a:pPr algn="ctr"/>
                      <a:r>
                        <a:rPr lang="de-DE" sz="2400" dirty="0"/>
                        <a:t>°C</a:t>
                      </a:r>
                    </a:p>
                  </a:txBody>
                  <a:tcPr/>
                </a:tc>
                <a:tc>
                  <a:txBody>
                    <a:bodyPr/>
                    <a:lstStyle/>
                    <a:p>
                      <a:pPr algn="ctr"/>
                      <a:r>
                        <a:rPr lang="de-DE" sz="2400" dirty="0"/>
                        <a:t>☼ - Std.</a:t>
                      </a:r>
                    </a:p>
                  </a:txBody>
                  <a:tcPr/>
                </a:tc>
                <a:tc>
                  <a:txBody>
                    <a:bodyPr/>
                    <a:lstStyle/>
                    <a:p>
                      <a:pPr algn="ctr"/>
                      <a:r>
                        <a:rPr lang="de-DE" sz="2400" dirty="0"/>
                        <a:t>🌧 - %</a:t>
                      </a:r>
                    </a:p>
                  </a:txBody>
                  <a:tcPr/>
                </a:tc>
                <a:tc>
                  <a:txBody>
                    <a:bodyPr/>
                    <a:lstStyle/>
                    <a:p>
                      <a:pPr algn="ctr"/>
                      <a:r>
                        <a:rPr lang="de-DE" sz="2400" dirty="0"/>
                        <a:t>Eiskugeln</a:t>
                      </a:r>
                    </a:p>
                  </a:txBody>
                  <a:tcPr/>
                </a:tc>
                <a:extLst>
                  <a:ext uri="{0D108BD9-81ED-4DB2-BD59-A6C34878D82A}">
                    <a16:rowId xmlns:a16="http://schemas.microsoft.com/office/drawing/2014/main" val="2907456114"/>
                  </a:ext>
                </a:extLst>
              </a:tr>
              <a:tr h="370840">
                <a:tc>
                  <a:txBody>
                    <a:bodyPr/>
                    <a:lstStyle/>
                    <a:p>
                      <a:pPr algn="ctr"/>
                      <a:r>
                        <a:rPr lang="de-DE" sz="2400" dirty="0"/>
                        <a:t>21</a:t>
                      </a:r>
                    </a:p>
                  </a:txBody>
                  <a:tcPr/>
                </a:tc>
                <a:tc>
                  <a:txBody>
                    <a:bodyPr/>
                    <a:lstStyle/>
                    <a:p>
                      <a:pPr algn="ctr"/>
                      <a:r>
                        <a:rPr lang="de-DE" sz="2400" dirty="0"/>
                        <a:t>4</a:t>
                      </a:r>
                    </a:p>
                  </a:txBody>
                  <a:tcPr/>
                </a:tc>
                <a:tc>
                  <a:txBody>
                    <a:bodyPr/>
                    <a:lstStyle/>
                    <a:p>
                      <a:pPr algn="ctr"/>
                      <a:r>
                        <a:rPr lang="de-DE" sz="2400" dirty="0"/>
                        <a:t>35</a:t>
                      </a:r>
                    </a:p>
                  </a:txBody>
                  <a:tcPr/>
                </a:tc>
                <a:tc>
                  <a:txBody>
                    <a:bodyPr/>
                    <a:lstStyle/>
                    <a:p>
                      <a:pPr algn="ctr"/>
                      <a:r>
                        <a:rPr lang="de-DE" sz="2400" dirty="0"/>
                        <a:t>230</a:t>
                      </a:r>
                    </a:p>
                  </a:txBody>
                  <a:tcPr/>
                </a:tc>
                <a:extLst>
                  <a:ext uri="{0D108BD9-81ED-4DB2-BD59-A6C34878D82A}">
                    <a16:rowId xmlns:a16="http://schemas.microsoft.com/office/drawing/2014/main" val="1022574740"/>
                  </a:ext>
                </a:extLst>
              </a:tr>
            </a:tbl>
          </a:graphicData>
        </a:graphic>
      </p:graphicFrame>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C0CB74CD-4EC9-8D2D-8931-553F2E43E149}"/>
                  </a:ext>
                </a:extLst>
              </p:cNvPr>
              <p:cNvSpPr txBox="1"/>
              <p:nvPr/>
            </p:nvSpPr>
            <p:spPr>
              <a:xfrm>
                <a:off x="2472000" y="3023811"/>
                <a:ext cx="8614987" cy="3231654"/>
              </a:xfrm>
              <a:prstGeom prst="rect">
                <a:avLst/>
              </a:prstGeom>
              <a:noFill/>
            </p:spPr>
            <p:txBody>
              <a:bodyPr wrap="none" rtlCol="0">
                <a:spAutoFit/>
              </a:bodyPr>
              <a:lstStyle/>
              <a:p>
                <a:pPr>
                  <a:tabLst>
                    <a:tab pos="1260475" algn="l"/>
                  </a:tabLst>
                </a:pPr>
                <a:r>
                  <a:rPr lang="de-DE" sz="2400" b="1" dirty="0"/>
                  <a:t>Schritt 1:</a:t>
                </a:r>
                <a:r>
                  <a:rPr lang="de-DE" sz="2400" dirty="0"/>
                  <a:t>	Gewichte werden zu Beginn zufällig mit </a:t>
                </a:r>
                <a14:m>
                  <m:oMath xmlns:m="http://schemas.openxmlformats.org/officeDocument/2006/math">
                    <m:r>
                      <a:rPr lang="de-DE" sz="2400" b="0" i="1" smtClean="0">
                        <a:latin typeface="Cambria Math" panose="02040503050406030204" pitchFamily="18" charset="0"/>
                      </a:rPr>
                      <m:t>𝑤</m:t>
                    </m:r>
                    <m:r>
                      <a:rPr lang="de-DE" sz="2400" b="0" i="1" smtClean="0">
                        <a:latin typeface="Cambria Math" panose="02040503050406030204" pitchFamily="18" charset="0"/>
                      </a:rPr>
                      <m:t>≠0</m:t>
                    </m:r>
                  </m:oMath>
                </a14:m>
                <a:r>
                  <a:rPr lang="de-DE" sz="2400" dirty="0"/>
                  <a:t> festgelegt:</a:t>
                </a:r>
              </a:p>
              <a:p>
                <a:pPr>
                  <a:tabLst>
                    <a:tab pos="1260475" algn="l"/>
                  </a:tabLst>
                </a:pPr>
                <a:r>
                  <a:rPr lang="de-DE" sz="2400" dirty="0"/>
                  <a:t>	</a:t>
                </a:r>
                <a14:m>
                  <m:oMath xmlns:m="http://schemas.openxmlformats.org/officeDocument/2006/math">
                    <m:sSub>
                      <m:sSubPr>
                        <m:ctrlPr>
                          <a:rPr lang="de-DE" sz="2400" b="0" i="1" smtClean="0">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oMath>
                </a14:m>
                <a:r>
                  <a:rPr lang="de-DE" sz="2400" dirty="0"/>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2</m:t>
                        </m:r>
                      </m:sub>
                    </m:sSub>
                    <m:r>
                      <a:rPr lang="de-DE" sz="2400" i="1">
                        <a:latin typeface="Cambria Math" panose="02040503050406030204" pitchFamily="18" charset="0"/>
                      </a:rPr>
                      <m:t>=</m:t>
                    </m:r>
                  </m:oMath>
                </a14:m>
                <a:r>
                  <a:rPr lang="de-DE" sz="2400" dirty="0"/>
                  <a:t>, </a:t>
                </a:r>
                <a14:m>
                  <m:oMath xmlns:m="http://schemas.openxmlformats.org/officeDocument/2006/math">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3</m:t>
                        </m:r>
                      </m:sub>
                    </m:sSub>
                    <m:r>
                      <a:rPr lang="de-DE" sz="2400" i="1">
                        <a:latin typeface="Cambria Math" panose="02040503050406030204" pitchFamily="18" charset="0"/>
                      </a:rPr>
                      <m:t>=</m:t>
                    </m:r>
                  </m:oMath>
                </a14:m>
                <a:endParaRPr lang="de-DE" sz="2400" dirty="0"/>
              </a:p>
              <a:p>
                <a:pPr>
                  <a:tabLst>
                    <a:tab pos="1260475" algn="l"/>
                  </a:tabLst>
                </a:pPr>
                <a:endParaRPr lang="de-DE" sz="2400" dirty="0"/>
              </a:p>
              <a:p>
                <a:pPr>
                  <a:lnSpc>
                    <a:spcPct val="150000"/>
                  </a:lnSpc>
                  <a:tabLst>
                    <a:tab pos="1260475" algn="l"/>
                  </a:tabLst>
                </a:pPr>
                <a:r>
                  <a:rPr lang="de-DE" sz="2400" b="1" dirty="0"/>
                  <a:t>Schritt 2:</a:t>
                </a:r>
                <a:r>
                  <a:rPr lang="de-DE" sz="2400" dirty="0"/>
                  <a:t>	Output </a:t>
                </a:r>
                <a14:m>
                  <m:oMath xmlns:m="http://schemas.openxmlformats.org/officeDocument/2006/math">
                    <m:r>
                      <a:rPr lang="de-DE" sz="2400" b="0" i="1" smtClean="0">
                        <a:latin typeface="Cambria Math" panose="02040503050406030204" pitchFamily="18" charset="0"/>
                      </a:rPr>
                      <m:t>𝑜</m:t>
                    </m:r>
                  </m:oMath>
                </a14:m>
                <a:r>
                  <a:rPr lang="de-DE" sz="2400" dirty="0"/>
                  <a:t> berechnen:</a:t>
                </a:r>
              </a:p>
              <a:p>
                <a:pPr>
                  <a:tabLst>
                    <a:tab pos="1260475" algn="l"/>
                  </a:tabLst>
                </a:pPr>
                <a:r>
                  <a:rPr lang="de-DE" sz="2400" dirty="0"/>
                  <a:t>	</a:t>
                </a:r>
                <a14:m>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1</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1</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2</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2</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3</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3</m:t>
                        </m:r>
                      </m:sub>
                    </m:sSub>
                  </m:oMath>
                </a14:m>
                <a:endParaRPr lang="de-DE" sz="2400" dirty="0"/>
              </a:p>
              <a:p>
                <a:pPr>
                  <a:tabLst>
                    <a:tab pos="1260475" algn="l"/>
                    <a:tab pos="1520825" algn="l"/>
                  </a:tabLst>
                </a:pPr>
                <a:r>
                  <a:rPr lang="de-DE" sz="2400" dirty="0"/>
                  <a:t>		</a:t>
                </a:r>
                <a14:m>
                  <m:oMath xmlns:m="http://schemas.openxmlformats.org/officeDocument/2006/math">
                    <m:r>
                      <a:rPr lang="de-DE" sz="2400" i="1">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⋅21</m:t>
                    </m:r>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2</m:t>
                        </m:r>
                      </m:sub>
                    </m:sSub>
                    <m:r>
                      <a:rPr lang="de-DE" sz="2400" i="1">
                        <a:latin typeface="Cambria Math" panose="02040503050406030204" pitchFamily="18" charset="0"/>
                      </a:rPr>
                      <m:t>⋅</m:t>
                    </m:r>
                    <m:r>
                      <a:rPr lang="de-DE" sz="2400" b="0" i="1" smtClean="0">
                        <a:latin typeface="Cambria Math" panose="02040503050406030204" pitchFamily="18" charset="0"/>
                      </a:rPr>
                      <m:t>4</m:t>
                    </m:r>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3</m:t>
                        </m:r>
                      </m:sub>
                    </m:sSub>
                    <m:r>
                      <a:rPr lang="de-DE" sz="2400" i="1">
                        <a:latin typeface="Cambria Math" panose="02040503050406030204" pitchFamily="18" charset="0"/>
                      </a:rPr>
                      <m:t>⋅</m:t>
                    </m:r>
                    <m:r>
                      <a:rPr lang="de-DE" sz="2400" b="0" i="1" smtClean="0">
                        <a:latin typeface="Cambria Math" panose="02040503050406030204" pitchFamily="18" charset="0"/>
                      </a:rPr>
                      <m:t>35</m:t>
                    </m:r>
                  </m:oMath>
                </a14:m>
                <a:endParaRPr lang="de-DE" sz="2400" dirty="0"/>
              </a:p>
              <a:p>
                <a:pPr>
                  <a:tabLst>
                    <a:tab pos="1260475" algn="l"/>
                    <a:tab pos="1520825" algn="l"/>
                  </a:tabLst>
                </a:pPr>
                <a:r>
                  <a:rPr lang="de-DE" sz="2400" dirty="0"/>
                  <a:t>		</a:t>
                </a:r>
                <a14:m>
                  <m:oMath xmlns:m="http://schemas.openxmlformats.org/officeDocument/2006/math">
                    <m:r>
                      <a:rPr lang="de-DE" sz="2400" b="0" i="1" smtClean="0">
                        <a:latin typeface="Cambria Math" panose="02040503050406030204" pitchFamily="18" charset="0"/>
                      </a:rPr>
                      <m:t>=</m:t>
                    </m:r>
                    <m:r>
                      <a:rPr lang="de-DE" sz="2400" b="0" i="1" smtClean="0">
                        <a:latin typeface="Cambria Math" panose="02040503050406030204" pitchFamily="18" charset="0"/>
                      </a:rPr>
                      <m:t>𝑥</m:t>
                    </m:r>
                    <m:r>
                      <a:rPr lang="de-DE" sz="2400" b="0" i="1" smtClean="0">
                        <a:latin typeface="Cambria Math" panose="02040503050406030204" pitchFamily="18" charset="0"/>
                      </a:rPr>
                      <m:t> </m:t>
                    </m:r>
                    <m:r>
                      <a:rPr lang="de-DE" sz="2400" b="0" i="1" smtClean="0">
                        <a:latin typeface="Cambria Math" panose="02040503050406030204" pitchFamily="18" charset="0"/>
                      </a:rPr>
                      <m:t>𝐸𝑖𝑠𝑘𝑢𝑔𝑒𝑙𝑛</m:t>
                    </m:r>
                  </m:oMath>
                </a14:m>
                <a:endParaRPr lang="de-DE" sz="2400" dirty="0"/>
              </a:p>
              <a:p>
                <a:pPr>
                  <a:tabLst>
                    <a:tab pos="1260475" algn="l"/>
                  </a:tabLst>
                </a:pPr>
                <a:r>
                  <a:rPr lang="de-DE" sz="2400" dirty="0"/>
                  <a:t>	</a:t>
                </a:r>
              </a:p>
            </p:txBody>
          </p:sp>
        </mc:Choice>
        <mc:Fallback xmlns="">
          <p:sp>
            <p:nvSpPr>
              <p:cNvPr id="37" name="Textfeld 36">
                <a:extLst>
                  <a:ext uri="{FF2B5EF4-FFF2-40B4-BE49-F238E27FC236}">
                    <a16:creationId xmlns:a16="http://schemas.microsoft.com/office/drawing/2014/main" id="{C0CB74CD-4EC9-8D2D-8931-553F2E43E149}"/>
                  </a:ext>
                </a:extLst>
              </p:cNvPr>
              <p:cNvSpPr txBox="1">
                <a:spLocks noRot="1" noChangeAspect="1" noMove="1" noResize="1" noEditPoints="1" noAdjustHandles="1" noChangeArrowheads="1" noChangeShapeType="1" noTextEdit="1"/>
              </p:cNvSpPr>
              <p:nvPr/>
            </p:nvSpPr>
            <p:spPr>
              <a:xfrm>
                <a:off x="2472000" y="3023811"/>
                <a:ext cx="8614987" cy="3231654"/>
              </a:xfrm>
              <a:prstGeom prst="rect">
                <a:avLst/>
              </a:prstGeom>
              <a:blipFill>
                <a:blip r:embed="rId3"/>
                <a:stretch>
                  <a:fillRect l="-1132" t="-1509" r="-212"/>
                </a:stretch>
              </a:blipFill>
            </p:spPr>
            <p:txBody>
              <a:bodyPr/>
              <a:lstStyle/>
              <a:p>
                <a:r>
                  <a:rPr lang="de-DE">
                    <a:noFill/>
                  </a:rPr>
                  <a:t> </a:t>
                </a:r>
              </a:p>
            </p:txBody>
          </p:sp>
        </mc:Fallback>
      </mc:AlternateContent>
      <p:pic>
        <p:nvPicPr>
          <p:cNvPr id="39" name="Grafik 38">
            <a:extLst>
              <a:ext uri="{FF2B5EF4-FFF2-40B4-BE49-F238E27FC236}">
                <a16:creationId xmlns:a16="http://schemas.microsoft.com/office/drawing/2014/main" id="{C1F6A4F4-AA6D-32BD-DEC9-5D0B72F9FF75}"/>
              </a:ext>
            </a:extLst>
          </p:cNvPr>
          <p:cNvPicPr>
            <a:picLocks noChangeAspect="1"/>
          </p:cNvPicPr>
          <p:nvPr/>
        </p:nvPicPr>
        <p:blipFill>
          <a:blip r:embed="rId4"/>
          <a:stretch>
            <a:fillRect/>
          </a:stretch>
        </p:blipFill>
        <p:spPr>
          <a:xfrm>
            <a:off x="9018104" y="5289775"/>
            <a:ext cx="1080000" cy="1080000"/>
          </a:xfrm>
          <a:prstGeom prst="rect">
            <a:avLst/>
          </a:prstGeom>
        </p:spPr>
      </p:pic>
      <p:sp>
        <p:nvSpPr>
          <p:cNvPr id="40" name="Textfeld 39">
            <a:extLst>
              <a:ext uri="{FF2B5EF4-FFF2-40B4-BE49-F238E27FC236}">
                <a16:creationId xmlns:a16="http://schemas.microsoft.com/office/drawing/2014/main" id="{D41B755B-EC9A-D223-3AB5-EF908CC680FB}"/>
              </a:ext>
            </a:extLst>
          </p:cNvPr>
          <p:cNvSpPr txBox="1"/>
          <p:nvPr/>
        </p:nvSpPr>
        <p:spPr>
          <a:xfrm>
            <a:off x="9899933" y="5414276"/>
            <a:ext cx="2249686" cy="830997"/>
          </a:xfrm>
          <a:prstGeom prst="rect">
            <a:avLst/>
          </a:prstGeom>
          <a:noFill/>
        </p:spPr>
        <p:txBody>
          <a:bodyPr wrap="square" rtlCol="0">
            <a:spAutoFit/>
          </a:bodyPr>
          <a:lstStyle/>
          <a:p>
            <a:r>
              <a:rPr lang="de-DE" sz="2400" b="1" dirty="0"/>
              <a:t>Unser System ist noch dumm!</a:t>
            </a:r>
          </a:p>
        </p:txBody>
      </p:sp>
    </p:spTree>
    <p:extLst>
      <p:ext uri="{BB962C8B-B14F-4D97-AF65-F5344CB8AC3E}">
        <p14:creationId xmlns:p14="http://schemas.microsoft.com/office/powerpoint/2010/main" val="1179974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BCE4-6AF3-6E8B-4FA9-CC52DF8FA8D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445F6BB5-4725-C98B-ACA8-869C0E1FE77E}"/>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4D3F53C9-0E2C-66F0-9067-66243D78B1AF}"/>
              </a:ext>
            </a:extLst>
          </p:cNvPr>
          <p:cNvSpPr>
            <a:spLocks noGrp="1"/>
          </p:cNvSpPr>
          <p:nvPr>
            <p:ph type="sldNum" sz="quarter" idx="12"/>
          </p:nvPr>
        </p:nvSpPr>
        <p:spPr/>
        <p:txBody>
          <a:bodyPr/>
          <a:lstStyle/>
          <a:p>
            <a:fld id="{341CD41A-C668-429A-AD07-4F84BBC3B3E7}" type="slidenum">
              <a:rPr lang="de-DE" smtClean="0"/>
              <a:pPr/>
              <a:t>9</a:t>
            </a:fld>
            <a:endParaRPr lang="de-DE"/>
          </a:p>
        </p:txBody>
      </p:sp>
      <p:sp>
        <p:nvSpPr>
          <p:cNvPr id="5" name="Titel 4">
            <a:extLst>
              <a:ext uri="{FF2B5EF4-FFF2-40B4-BE49-F238E27FC236}">
                <a16:creationId xmlns:a16="http://schemas.microsoft.com/office/drawing/2014/main" id="{BC3F74EE-3681-4C68-4B0A-2DEE4D28743A}"/>
              </a:ext>
            </a:extLst>
          </p:cNvPr>
          <p:cNvSpPr>
            <a:spLocks noGrp="1"/>
          </p:cNvSpPr>
          <p:nvPr>
            <p:ph type="title"/>
          </p:nvPr>
        </p:nvSpPr>
        <p:spPr>
          <a:xfrm>
            <a:off x="390938" y="309634"/>
            <a:ext cx="11410124" cy="369332"/>
          </a:xfrm>
        </p:spPr>
        <p:txBody>
          <a:bodyPr/>
          <a:lstStyle/>
          <a:p>
            <a:r>
              <a:rPr lang="de-DE" dirty="0"/>
              <a:t>Durchrechnen mit einem </a:t>
            </a:r>
            <a:r>
              <a:rPr lang="de-DE" dirty="0" err="1"/>
              <a:t>Perzeptron</a:t>
            </a:r>
            <a:endParaRPr lang="de-DE" dirty="0"/>
          </a:p>
        </p:txBody>
      </p:sp>
      <p:sp>
        <p:nvSpPr>
          <p:cNvPr id="6" name="Fußzeilenplatzhalter 5">
            <a:extLst>
              <a:ext uri="{FF2B5EF4-FFF2-40B4-BE49-F238E27FC236}">
                <a16:creationId xmlns:a16="http://schemas.microsoft.com/office/drawing/2014/main" id="{6E38F8E0-E793-86F4-90A7-43DCDF670024}"/>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26A02143-4734-EC3D-CE2B-0817F9B6527E}"/>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E4AF8100-0F8E-F0D4-32FA-B28C7AD14688}"/>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44A1947B-8BF4-9CED-20BE-BC632AA9F498}"/>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4D85DC7B-2041-E5DD-C0CC-5853E1DEEFBA}"/>
                  </a:ext>
                </a:extLst>
              </p:cNvPr>
              <p:cNvSpPr txBox="1"/>
              <p:nvPr/>
            </p:nvSpPr>
            <p:spPr>
              <a:xfrm>
                <a:off x="7011433" y="2237616"/>
                <a:ext cx="401334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31" name="Textfeld 30">
                <a:extLst>
                  <a:ext uri="{FF2B5EF4-FFF2-40B4-BE49-F238E27FC236}">
                    <a16:creationId xmlns:a16="http://schemas.microsoft.com/office/drawing/2014/main" id="{4D85DC7B-2041-E5DD-C0CC-5853E1DEEFBA}"/>
                  </a:ext>
                </a:extLst>
              </p:cNvPr>
              <p:cNvSpPr txBox="1">
                <a:spLocks noRot="1" noChangeAspect="1" noMove="1" noResize="1" noEditPoints="1" noAdjustHandles="1" noChangeArrowheads="1" noChangeShapeType="1" noTextEdit="1"/>
              </p:cNvSpPr>
              <p:nvPr/>
            </p:nvSpPr>
            <p:spPr>
              <a:xfrm>
                <a:off x="7011433" y="2237616"/>
                <a:ext cx="4013343" cy="461665"/>
              </a:xfrm>
              <a:prstGeom prst="rect">
                <a:avLst/>
              </a:prstGeom>
              <a:blipFill>
                <a:blip r:embed="rId3"/>
                <a:stretch>
                  <a:fillRect b="-1316"/>
                </a:stretch>
              </a:blipFill>
            </p:spPr>
            <p:txBody>
              <a:bodyPr/>
              <a:lstStyle/>
              <a:p>
                <a:r>
                  <a:rPr lang="de-DE">
                    <a:noFill/>
                  </a:rPr>
                  <a:t> </a:t>
                </a:r>
              </a:p>
            </p:txBody>
          </p:sp>
        </mc:Fallback>
      </mc:AlternateContent>
      <p:graphicFrame>
        <p:nvGraphicFramePr>
          <p:cNvPr id="34" name="Tabelle 33">
            <a:extLst>
              <a:ext uri="{FF2B5EF4-FFF2-40B4-BE49-F238E27FC236}">
                <a16:creationId xmlns:a16="http://schemas.microsoft.com/office/drawing/2014/main" id="{9BCAD8A5-2640-6181-E049-0CA038D13E50}"/>
              </a:ext>
            </a:extLst>
          </p:cNvPr>
          <p:cNvGraphicFramePr>
            <a:graphicFrameLocks noGrp="1"/>
          </p:cNvGraphicFramePr>
          <p:nvPr/>
        </p:nvGraphicFramePr>
        <p:xfrm>
          <a:off x="6096000" y="1141788"/>
          <a:ext cx="5744820" cy="914400"/>
        </p:xfrm>
        <a:graphic>
          <a:graphicData uri="http://schemas.openxmlformats.org/drawingml/2006/table">
            <a:tbl>
              <a:tblPr firstRow="1" bandRow="1">
                <a:tableStyleId>{5A111915-BE36-4E01-A7E5-04B1672EAD32}</a:tableStyleId>
              </a:tblPr>
              <a:tblGrid>
                <a:gridCol w="1436205">
                  <a:extLst>
                    <a:ext uri="{9D8B030D-6E8A-4147-A177-3AD203B41FA5}">
                      <a16:colId xmlns:a16="http://schemas.microsoft.com/office/drawing/2014/main" val="3289116828"/>
                    </a:ext>
                  </a:extLst>
                </a:gridCol>
                <a:gridCol w="1436205">
                  <a:extLst>
                    <a:ext uri="{9D8B030D-6E8A-4147-A177-3AD203B41FA5}">
                      <a16:colId xmlns:a16="http://schemas.microsoft.com/office/drawing/2014/main" val="1326071928"/>
                    </a:ext>
                  </a:extLst>
                </a:gridCol>
                <a:gridCol w="1436205">
                  <a:extLst>
                    <a:ext uri="{9D8B030D-6E8A-4147-A177-3AD203B41FA5}">
                      <a16:colId xmlns:a16="http://schemas.microsoft.com/office/drawing/2014/main" val="499440027"/>
                    </a:ext>
                  </a:extLst>
                </a:gridCol>
                <a:gridCol w="1436205">
                  <a:extLst>
                    <a:ext uri="{9D8B030D-6E8A-4147-A177-3AD203B41FA5}">
                      <a16:colId xmlns:a16="http://schemas.microsoft.com/office/drawing/2014/main" val="1221056149"/>
                    </a:ext>
                  </a:extLst>
                </a:gridCol>
              </a:tblGrid>
              <a:tr h="370840">
                <a:tc>
                  <a:txBody>
                    <a:bodyPr/>
                    <a:lstStyle/>
                    <a:p>
                      <a:pPr algn="ctr"/>
                      <a:r>
                        <a:rPr lang="de-DE" sz="2400" dirty="0"/>
                        <a:t>°C</a:t>
                      </a:r>
                    </a:p>
                  </a:txBody>
                  <a:tcPr/>
                </a:tc>
                <a:tc>
                  <a:txBody>
                    <a:bodyPr/>
                    <a:lstStyle/>
                    <a:p>
                      <a:pPr algn="ctr"/>
                      <a:r>
                        <a:rPr lang="de-DE" sz="2400" dirty="0"/>
                        <a:t>☼ - Std.</a:t>
                      </a:r>
                    </a:p>
                  </a:txBody>
                  <a:tcPr/>
                </a:tc>
                <a:tc>
                  <a:txBody>
                    <a:bodyPr/>
                    <a:lstStyle/>
                    <a:p>
                      <a:pPr algn="ctr"/>
                      <a:r>
                        <a:rPr lang="de-DE" sz="2400" dirty="0"/>
                        <a:t>🌧 - %</a:t>
                      </a:r>
                    </a:p>
                  </a:txBody>
                  <a:tcPr/>
                </a:tc>
                <a:tc>
                  <a:txBody>
                    <a:bodyPr/>
                    <a:lstStyle/>
                    <a:p>
                      <a:pPr algn="ctr"/>
                      <a:r>
                        <a:rPr lang="de-DE" sz="2400" dirty="0"/>
                        <a:t>Eiskugeln</a:t>
                      </a:r>
                    </a:p>
                  </a:txBody>
                  <a:tcPr/>
                </a:tc>
                <a:extLst>
                  <a:ext uri="{0D108BD9-81ED-4DB2-BD59-A6C34878D82A}">
                    <a16:rowId xmlns:a16="http://schemas.microsoft.com/office/drawing/2014/main" val="2907456114"/>
                  </a:ext>
                </a:extLst>
              </a:tr>
              <a:tr h="370840">
                <a:tc>
                  <a:txBody>
                    <a:bodyPr/>
                    <a:lstStyle/>
                    <a:p>
                      <a:pPr algn="ctr"/>
                      <a:r>
                        <a:rPr lang="de-DE" sz="2400" dirty="0"/>
                        <a:t>21</a:t>
                      </a:r>
                    </a:p>
                  </a:txBody>
                  <a:tcPr/>
                </a:tc>
                <a:tc>
                  <a:txBody>
                    <a:bodyPr/>
                    <a:lstStyle/>
                    <a:p>
                      <a:pPr algn="ctr"/>
                      <a:r>
                        <a:rPr lang="de-DE" sz="2400" dirty="0"/>
                        <a:t>4</a:t>
                      </a:r>
                    </a:p>
                  </a:txBody>
                  <a:tcPr/>
                </a:tc>
                <a:tc>
                  <a:txBody>
                    <a:bodyPr/>
                    <a:lstStyle/>
                    <a:p>
                      <a:pPr algn="ctr"/>
                      <a:r>
                        <a:rPr lang="de-DE" sz="2400" dirty="0"/>
                        <a:t>35</a:t>
                      </a:r>
                    </a:p>
                  </a:txBody>
                  <a:tcPr/>
                </a:tc>
                <a:tc>
                  <a:txBody>
                    <a:bodyPr/>
                    <a:lstStyle/>
                    <a:p>
                      <a:pPr algn="ctr"/>
                      <a:r>
                        <a:rPr lang="de-DE" sz="2400" dirty="0"/>
                        <a:t>230</a:t>
                      </a:r>
                    </a:p>
                  </a:txBody>
                  <a:tcPr/>
                </a:tc>
                <a:extLst>
                  <a:ext uri="{0D108BD9-81ED-4DB2-BD59-A6C34878D82A}">
                    <a16:rowId xmlns:a16="http://schemas.microsoft.com/office/drawing/2014/main" val="1022574740"/>
                  </a:ext>
                </a:extLst>
              </a:tr>
            </a:tbl>
          </a:graphicData>
        </a:graphic>
      </p:graphicFrame>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FB3FE4DB-164E-3407-7ACD-4140ADE378CD}"/>
                  </a:ext>
                </a:extLst>
              </p:cNvPr>
              <p:cNvSpPr txBox="1"/>
              <p:nvPr/>
            </p:nvSpPr>
            <p:spPr>
              <a:xfrm>
                <a:off x="2472000" y="3023811"/>
                <a:ext cx="9643730" cy="3416320"/>
              </a:xfrm>
              <a:prstGeom prst="rect">
                <a:avLst/>
              </a:prstGeom>
              <a:noFill/>
            </p:spPr>
            <p:txBody>
              <a:bodyPr wrap="none" rtlCol="0">
                <a:spAutoFit/>
              </a:bodyPr>
              <a:lstStyle/>
              <a:p>
                <a:pPr>
                  <a:tabLst>
                    <a:tab pos="1260475" algn="l"/>
                  </a:tabLst>
                </a:pPr>
                <a:r>
                  <a:rPr lang="de-DE" sz="2400" b="1" dirty="0"/>
                  <a:t>Schritt 3:</a:t>
                </a:r>
                <a:r>
                  <a:rPr lang="de-DE" sz="2400" dirty="0"/>
                  <a:t>	Größe des Fehlers quantifizieren mit statistischen Kenngrößen</a:t>
                </a:r>
              </a:p>
              <a:p>
                <a:pPr>
                  <a:tabLst>
                    <a:tab pos="1260475" algn="l"/>
                  </a:tabLst>
                </a:pPr>
                <a:r>
                  <a:rPr lang="de-DE" sz="2400" dirty="0"/>
                  <a:t>	 </a:t>
                </a:r>
                <a14:m>
                  <m:oMath xmlns:m="http://schemas.openxmlformats.org/officeDocument/2006/math">
                    <m:r>
                      <a:rPr lang="de-DE" sz="2400" b="0" i="1" smtClean="0">
                        <a:latin typeface="Cambria Math" panose="02040503050406030204" pitchFamily="18" charset="0"/>
                      </a:rPr>
                      <m:t>𝑡</m:t>
                    </m:r>
                  </m:oMath>
                </a14:m>
                <a:r>
                  <a:rPr lang="de-DE" sz="2400" dirty="0"/>
                  <a:t>: </a:t>
                </a:r>
                <a:r>
                  <a:rPr lang="de-DE" sz="2400" dirty="0" err="1"/>
                  <a:t>true</a:t>
                </a:r>
                <a:r>
                  <a:rPr lang="de-DE" sz="2400" dirty="0"/>
                  <a:t> </a:t>
                </a:r>
                <a:r>
                  <a:rPr lang="de-DE" sz="2400" dirty="0" err="1"/>
                  <a:t>value</a:t>
                </a:r>
                <a:r>
                  <a:rPr lang="de-DE" sz="2400" dirty="0"/>
                  <a:t>, tatsächlicher Wert</a:t>
                </a:r>
              </a:p>
              <a:p>
                <a:pPr>
                  <a:tabLst>
                    <a:tab pos="1260475" algn="l"/>
                  </a:tabLst>
                </a:pPr>
                <a:r>
                  <a:rPr lang="de-DE" sz="2400" dirty="0"/>
                  <a:t>	 </a:t>
                </a:r>
                <a14:m>
                  <m:oMath xmlns:m="http://schemas.openxmlformats.org/officeDocument/2006/math">
                    <m:r>
                      <a:rPr lang="de-DE" sz="2400" b="0" i="1" smtClean="0">
                        <a:latin typeface="Cambria Math" panose="02040503050406030204" pitchFamily="18" charset="0"/>
                      </a:rPr>
                      <m:t>𝑜</m:t>
                    </m:r>
                  </m:oMath>
                </a14:m>
                <a:r>
                  <a:rPr lang="de-DE" sz="2400" dirty="0"/>
                  <a:t>: Output, Ausgabewert der KI</a:t>
                </a:r>
              </a:p>
              <a:p>
                <a:pPr>
                  <a:tabLst>
                    <a:tab pos="1260475" algn="l"/>
                  </a:tabLst>
                </a:pPr>
                <a:r>
                  <a:rPr lang="de-DE" sz="2400" dirty="0"/>
                  <a:t>	 </a:t>
                </a:r>
                <a14:m>
                  <m:oMath xmlns:m="http://schemas.openxmlformats.org/officeDocument/2006/math">
                    <m:r>
                      <a:rPr lang="de-DE" sz="2400" b="0" i="1" smtClean="0">
                        <a:latin typeface="Cambria Math" panose="02040503050406030204" pitchFamily="18" charset="0"/>
                      </a:rPr>
                      <m:t>𝑒</m:t>
                    </m:r>
                  </m:oMath>
                </a14:m>
                <a:r>
                  <a:rPr lang="de-DE" sz="2400" dirty="0"/>
                  <a:t>: Mittlerer quadratischer Fehler bzw. Mean </a:t>
                </a:r>
                <a:r>
                  <a:rPr lang="de-DE" sz="2400" dirty="0" err="1"/>
                  <a:t>Squared</a:t>
                </a:r>
                <a:r>
                  <a:rPr lang="de-DE" sz="2400" dirty="0"/>
                  <a:t> Error (MSE)</a:t>
                </a:r>
              </a:p>
              <a:p>
                <a:pPr>
                  <a:tabLst>
                    <a:tab pos="1260475" algn="l"/>
                  </a:tabLst>
                </a:pPr>
                <a:endParaRPr lang="de-DE" sz="2400" dirty="0"/>
              </a:p>
              <a:p>
                <a:pPr>
                  <a:tabLst>
                    <a:tab pos="1260475" algn="l"/>
                  </a:tabLst>
                </a:pPr>
                <a:r>
                  <a:rPr lang="de-DE" sz="2400" dirty="0"/>
                  <a:t>	</a:t>
                </a:r>
                <a14:m>
                  <m:oMath xmlns:m="http://schemas.openxmlformats.org/officeDocument/2006/math">
                    <m:r>
                      <a:rPr lang="de-DE" sz="2400" b="0" i="1" smtClean="0">
                        <a:latin typeface="Cambria Math" panose="02040503050406030204" pitchFamily="18" charset="0"/>
                      </a:rPr>
                      <m:t>𝑒</m:t>
                    </m:r>
                    <m:r>
                      <a:rPr lang="de-DE" sz="2400" b="0" i="1" smtClean="0">
                        <a:latin typeface="Cambria Math" panose="02040503050406030204" pitchFamily="18" charset="0"/>
                      </a:rPr>
                      <m:t>=</m:t>
                    </m:r>
                    <m:sSup>
                      <m:sSupPr>
                        <m:ctrlPr>
                          <a:rPr lang="de-DE" sz="2400" b="0" i="1" smtClean="0">
                            <a:latin typeface="Cambria Math" panose="02040503050406030204" pitchFamily="18" charset="0"/>
                          </a:rPr>
                        </m:ctrlPr>
                      </m:sSupPr>
                      <m:e>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e>
                        </m:d>
                      </m:e>
                      <m:sup>
                        <m:r>
                          <a:rPr lang="de-DE" sz="2400" b="0" i="1" smtClean="0">
                            <a:latin typeface="Cambria Math" panose="02040503050406030204" pitchFamily="18" charset="0"/>
                          </a:rPr>
                          <m:t>2</m:t>
                        </m:r>
                      </m:sup>
                    </m:sSup>
                  </m:oMath>
                </a14:m>
                <a:endParaRPr lang="de-DE" sz="2400" dirty="0"/>
              </a:p>
              <a:p>
                <a:pPr>
                  <a:tabLst>
                    <a:tab pos="1260475" algn="l"/>
                    <a:tab pos="1520825" algn="l"/>
                  </a:tabLst>
                </a:pPr>
                <a:r>
                  <a:rPr lang="de-DE" sz="2400" dirty="0"/>
                  <a:t>		</a:t>
                </a:r>
                <a14:m>
                  <m:oMath xmlns:m="http://schemas.openxmlformats.org/officeDocument/2006/math">
                    <m:r>
                      <a:rPr lang="de-DE" sz="2400" i="1">
                        <a:latin typeface="Cambria Math" panose="02040503050406030204" pitchFamily="18" charset="0"/>
                      </a:rPr>
                      <m:t>=</m:t>
                    </m:r>
                  </m:oMath>
                </a14:m>
                <a:endParaRPr lang="de-DE" sz="2400" dirty="0"/>
              </a:p>
              <a:p>
                <a:pPr>
                  <a:tabLst>
                    <a:tab pos="1260475" algn="l"/>
                    <a:tab pos="1520825" algn="l"/>
                  </a:tabLst>
                </a:pPr>
                <a:r>
                  <a:rPr lang="de-DE" sz="2400" dirty="0"/>
                  <a:t>		</a:t>
                </a:r>
                <a14:m>
                  <m:oMath xmlns:m="http://schemas.openxmlformats.org/officeDocument/2006/math">
                    <m:r>
                      <a:rPr lang="de-DE" sz="2400" b="0" i="1" smtClean="0">
                        <a:latin typeface="Cambria Math" panose="02040503050406030204" pitchFamily="18" charset="0"/>
                      </a:rPr>
                      <m:t>=</m:t>
                    </m:r>
                  </m:oMath>
                </a14:m>
                <a:endParaRPr lang="de-DE" sz="2400" dirty="0"/>
              </a:p>
              <a:p>
                <a:pPr>
                  <a:tabLst>
                    <a:tab pos="1260475" algn="l"/>
                  </a:tabLst>
                </a:pPr>
                <a:r>
                  <a:rPr lang="de-DE" sz="2400" dirty="0"/>
                  <a:t>	</a:t>
                </a:r>
              </a:p>
            </p:txBody>
          </p:sp>
        </mc:Choice>
        <mc:Fallback xmlns="">
          <p:sp>
            <p:nvSpPr>
              <p:cNvPr id="37" name="Textfeld 36">
                <a:extLst>
                  <a:ext uri="{FF2B5EF4-FFF2-40B4-BE49-F238E27FC236}">
                    <a16:creationId xmlns:a16="http://schemas.microsoft.com/office/drawing/2014/main" id="{FB3FE4DB-164E-3407-7ACD-4140ADE378CD}"/>
                  </a:ext>
                </a:extLst>
              </p:cNvPr>
              <p:cNvSpPr txBox="1">
                <a:spLocks noRot="1" noChangeAspect="1" noMove="1" noResize="1" noEditPoints="1" noAdjustHandles="1" noChangeArrowheads="1" noChangeShapeType="1" noTextEdit="1"/>
              </p:cNvSpPr>
              <p:nvPr/>
            </p:nvSpPr>
            <p:spPr>
              <a:xfrm>
                <a:off x="2472000" y="3023811"/>
                <a:ext cx="9643730" cy="3416320"/>
              </a:xfrm>
              <a:prstGeom prst="rect">
                <a:avLst/>
              </a:prstGeom>
              <a:blipFill>
                <a:blip r:embed="rId4"/>
                <a:stretch>
                  <a:fillRect l="-1012" t="-1429"/>
                </a:stretch>
              </a:blipFill>
            </p:spPr>
            <p:txBody>
              <a:bodyPr/>
              <a:lstStyle/>
              <a:p>
                <a:r>
                  <a:rPr lang="de-DE">
                    <a:noFill/>
                  </a:rPr>
                  <a:t> </a:t>
                </a:r>
              </a:p>
            </p:txBody>
          </p:sp>
        </mc:Fallback>
      </mc:AlternateContent>
      <p:sp>
        <p:nvSpPr>
          <p:cNvPr id="7" name="Rechteck: abgerundete Ecken 6">
            <a:extLst>
              <a:ext uri="{FF2B5EF4-FFF2-40B4-BE49-F238E27FC236}">
                <a16:creationId xmlns:a16="http://schemas.microsoft.com/office/drawing/2014/main" id="{57763F24-D6B3-F94D-3532-8F726F384611}"/>
              </a:ext>
            </a:extLst>
          </p:cNvPr>
          <p:cNvSpPr/>
          <p:nvPr/>
        </p:nvSpPr>
        <p:spPr>
          <a:xfrm>
            <a:off x="351181" y="4427772"/>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6" name="Rechteck: abgerundete Ecken 15">
            <a:extLst>
              <a:ext uri="{FF2B5EF4-FFF2-40B4-BE49-F238E27FC236}">
                <a16:creationId xmlns:a16="http://schemas.microsoft.com/office/drawing/2014/main" id="{C88A4B4E-735C-30BA-061C-F59A6AFABEB0}"/>
              </a:ext>
            </a:extLst>
          </p:cNvPr>
          <p:cNvSpPr/>
          <p:nvPr/>
        </p:nvSpPr>
        <p:spPr>
          <a:xfrm>
            <a:off x="351181" y="5557081"/>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grpSp>
        <p:nvGrpSpPr>
          <p:cNvPr id="18" name="Gruppieren 17">
            <a:extLst>
              <a:ext uri="{FF2B5EF4-FFF2-40B4-BE49-F238E27FC236}">
                <a16:creationId xmlns:a16="http://schemas.microsoft.com/office/drawing/2014/main" id="{ED5C3FDA-5049-06F8-394F-D30508304DAF}"/>
              </a:ext>
            </a:extLst>
          </p:cNvPr>
          <p:cNvGrpSpPr/>
          <p:nvPr/>
        </p:nvGrpSpPr>
        <p:grpSpPr>
          <a:xfrm>
            <a:off x="2834907" y="931603"/>
            <a:ext cx="2577366" cy="1941593"/>
            <a:chOff x="3582224" y="1265763"/>
            <a:chExt cx="5631052" cy="4242009"/>
          </a:xfrm>
        </p:grpSpPr>
        <p:sp>
          <p:nvSpPr>
            <p:cNvPr id="20" name="Ellipse 19">
              <a:extLst>
                <a:ext uri="{FF2B5EF4-FFF2-40B4-BE49-F238E27FC236}">
                  <a16:creationId xmlns:a16="http://schemas.microsoft.com/office/drawing/2014/main" id="{A423BF03-585F-0505-4FA2-F86F030A6A53}"/>
                </a:ext>
              </a:extLst>
            </p:cNvPr>
            <p:cNvSpPr/>
            <p:nvPr/>
          </p:nvSpPr>
          <p:spPr>
            <a:xfrm>
              <a:off x="4253022"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2" name="Ellipse 21">
              <a:extLst>
                <a:ext uri="{FF2B5EF4-FFF2-40B4-BE49-F238E27FC236}">
                  <a16:creationId xmlns:a16="http://schemas.microsoft.com/office/drawing/2014/main" id="{7E707BFC-6D25-B017-946B-CA64501E01FF}"/>
                </a:ext>
              </a:extLst>
            </p:cNvPr>
            <p:cNvSpPr/>
            <p:nvPr/>
          </p:nvSpPr>
          <p:spPr>
            <a:xfrm>
              <a:off x="4253022" y="442777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3" name="Ellipse 22">
              <a:extLst>
                <a:ext uri="{FF2B5EF4-FFF2-40B4-BE49-F238E27FC236}">
                  <a16:creationId xmlns:a16="http://schemas.microsoft.com/office/drawing/2014/main" id="{D4071337-23A3-BD02-48D0-9D97BB2CF4B5}"/>
                </a:ext>
              </a:extLst>
            </p:cNvPr>
            <p:cNvSpPr/>
            <p:nvPr/>
          </p:nvSpPr>
          <p:spPr>
            <a:xfrm>
              <a:off x="4253022" y="143376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32" name="Ellipse 31">
              <a:extLst>
                <a:ext uri="{FF2B5EF4-FFF2-40B4-BE49-F238E27FC236}">
                  <a16:creationId xmlns:a16="http://schemas.microsoft.com/office/drawing/2014/main" id="{CDC2A85B-71B1-E82E-BD76-AFBA68FF5BAD}"/>
                </a:ext>
              </a:extLst>
            </p:cNvPr>
            <p:cNvSpPr/>
            <p:nvPr/>
          </p:nvSpPr>
          <p:spPr>
            <a:xfrm>
              <a:off x="7613400"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3" name="Gerade Verbindung mit Pfeil 32">
              <a:extLst>
                <a:ext uri="{FF2B5EF4-FFF2-40B4-BE49-F238E27FC236}">
                  <a16:creationId xmlns:a16="http://schemas.microsoft.com/office/drawing/2014/main" id="{F83124E5-E375-800D-1972-2A34D415FCCF}"/>
                </a:ext>
              </a:extLst>
            </p:cNvPr>
            <p:cNvCxnSpPr>
              <a:cxnSpLocks/>
              <a:stCxn id="23" idx="6"/>
              <a:endCxn id="32" idx="2"/>
            </p:cNvCxnSpPr>
            <p:nvPr/>
          </p:nvCxnSpPr>
          <p:spPr>
            <a:xfrm>
              <a:off x="5333022" y="1973762"/>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6" name="Gerade Verbindung mit Pfeil 35">
              <a:extLst>
                <a:ext uri="{FF2B5EF4-FFF2-40B4-BE49-F238E27FC236}">
                  <a16:creationId xmlns:a16="http://schemas.microsoft.com/office/drawing/2014/main" id="{3AC88C53-F9B1-0E84-6421-4338D2A3D48F}"/>
                </a:ext>
              </a:extLst>
            </p:cNvPr>
            <p:cNvCxnSpPr>
              <a:cxnSpLocks/>
              <a:endCxn id="32" idx="2"/>
            </p:cNvCxnSpPr>
            <p:nvPr/>
          </p:nvCxnSpPr>
          <p:spPr>
            <a:xfrm>
              <a:off x="5333022" y="3429000"/>
              <a:ext cx="2280378" cy="417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8" name="Gerade Verbindung mit Pfeil 37">
              <a:extLst>
                <a:ext uri="{FF2B5EF4-FFF2-40B4-BE49-F238E27FC236}">
                  <a16:creationId xmlns:a16="http://schemas.microsoft.com/office/drawing/2014/main" id="{EF4DE63A-01AA-02C5-AAB9-B2B7B45BE7A2}"/>
                </a:ext>
              </a:extLst>
            </p:cNvPr>
            <p:cNvCxnSpPr>
              <a:cxnSpLocks/>
              <a:stCxn id="22" idx="6"/>
              <a:endCxn id="32" idx="2"/>
            </p:cNvCxnSpPr>
            <p:nvPr/>
          </p:nvCxnSpPr>
          <p:spPr>
            <a:xfrm flipV="1">
              <a:off x="5333022" y="3470767"/>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1" name="Textfeld 40">
              <a:extLst>
                <a:ext uri="{FF2B5EF4-FFF2-40B4-BE49-F238E27FC236}">
                  <a16:creationId xmlns:a16="http://schemas.microsoft.com/office/drawing/2014/main" id="{BD6D3A9C-8E1F-84B8-5B2A-5E83DB033B8A}"/>
                </a:ext>
              </a:extLst>
            </p:cNvPr>
            <p:cNvSpPr txBox="1"/>
            <p:nvPr/>
          </p:nvSpPr>
          <p:spPr>
            <a:xfrm>
              <a:off x="3582224" y="1265763"/>
              <a:ext cx="388247" cy="523220"/>
            </a:xfrm>
            <a:prstGeom prst="rect">
              <a:avLst/>
            </a:prstGeom>
            <a:noFill/>
          </p:spPr>
          <p:txBody>
            <a:bodyPr wrap="none" rtlCol="0">
              <a:spAutoFit/>
            </a:bodyPr>
            <a:lstStyle/>
            <a:p>
              <a:r>
                <a:rPr lang="de-DE" sz="2800" dirty="0"/>
                <a:t>i</a:t>
              </a:r>
              <a:r>
                <a:rPr lang="de-DE" sz="2800" baseline="-25000" dirty="0"/>
                <a:t>1</a:t>
              </a:r>
            </a:p>
          </p:txBody>
        </p:sp>
        <p:sp>
          <p:nvSpPr>
            <p:cNvPr id="42" name="Textfeld 41">
              <a:extLst>
                <a:ext uri="{FF2B5EF4-FFF2-40B4-BE49-F238E27FC236}">
                  <a16:creationId xmlns:a16="http://schemas.microsoft.com/office/drawing/2014/main" id="{13E052A3-FCB0-35AF-74EE-645F477E9FA7}"/>
                </a:ext>
              </a:extLst>
            </p:cNvPr>
            <p:cNvSpPr txBox="1"/>
            <p:nvPr/>
          </p:nvSpPr>
          <p:spPr>
            <a:xfrm>
              <a:off x="3582224" y="2851772"/>
              <a:ext cx="388247" cy="523220"/>
            </a:xfrm>
            <a:prstGeom prst="rect">
              <a:avLst/>
            </a:prstGeom>
            <a:noFill/>
          </p:spPr>
          <p:txBody>
            <a:bodyPr wrap="none" rtlCol="0">
              <a:spAutoFit/>
            </a:bodyPr>
            <a:lstStyle/>
            <a:p>
              <a:r>
                <a:rPr lang="de-DE" sz="2800" dirty="0"/>
                <a:t>i</a:t>
              </a:r>
              <a:r>
                <a:rPr lang="de-DE" sz="2800" baseline="-25000" dirty="0"/>
                <a:t>2</a:t>
              </a:r>
            </a:p>
          </p:txBody>
        </p:sp>
        <p:sp>
          <p:nvSpPr>
            <p:cNvPr id="43" name="Textfeld 42">
              <a:extLst>
                <a:ext uri="{FF2B5EF4-FFF2-40B4-BE49-F238E27FC236}">
                  <a16:creationId xmlns:a16="http://schemas.microsoft.com/office/drawing/2014/main" id="{A54FC4E9-AD6A-061E-7EFE-EC1410F0AAD6}"/>
                </a:ext>
              </a:extLst>
            </p:cNvPr>
            <p:cNvSpPr txBox="1"/>
            <p:nvPr/>
          </p:nvSpPr>
          <p:spPr>
            <a:xfrm>
              <a:off x="3582224" y="4371180"/>
              <a:ext cx="388247" cy="523220"/>
            </a:xfrm>
            <a:prstGeom prst="rect">
              <a:avLst/>
            </a:prstGeom>
            <a:noFill/>
          </p:spPr>
          <p:txBody>
            <a:bodyPr wrap="none" rtlCol="0">
              <a:spAutoFit/>
            </a:bodyPr>
            <a:lstStyle/>
            <a:p>
              <a:r>
                <a:rPr lang="de-DE" sz="2800" dirty="0"/>
                <a:t>i</a:t>
              </a:r>
              <a:r>
                <a:rPr lang="de-DE" sz="2800" baseline="-25000" dirty="0"/>
                <a:t>3</a:t>
              </a:r>
            </a:p>
          </p:txBody>
        </p:sp>
        <p:sp>
          <p:nvSpPr>
            <p:cNvPr id="44" name="Textfeld 43">
              <a:extLst>
                <a:ext uri="{FF2B5EF4-FFF2-40B4-BE49-F238E27FC236}">
                  <a16:creationId xmlns:a16="http://schemas.microsoft.com/office/drawing/2014/main" id="{2F55003E-4566-3D37-8C33-B072735AA83E}"/>
                </a:ext>
              </a:extLst>
            </p:cNvPr>
            <p:cNvSpPr txBox="1"/>
            <p:nvPr/>
          </p:nvSpPr>
          <p:spPr>
            <a:xfrm>
              <a:off x="8839455" y="2839561"/>
              <a:ext cx="373821" cy="523220"/>
            </a:xfrm>
            <a:prstGeom prst="rect">
              <a:avLst/>
            </a:prstGeom>
            <a:noFill/>
          </p:spPr>
          <p:txBody>
            <a:bodyPr wrap="none" rtlCol="0">
              <a:spAutoFit/>
            </a:bodyPr>
            <a:lstStyle/>
            <a:p>
              <a:r>
                <a:rPr lang="de-DE" sz="2800" dirty="0"/>
                <a:t>o</a:t>
              </a:r>
              <a:endParaRPr lang="de-DE" sz="2800" baseline="-25000" dirty="0"/>
            </a:p>
          </p:txBody>
        </p:sp>
        <p:sp>
          <p:nvSpPr>
            <p:cNvPr id="45" name="Textfeld 44">
              <a:extLst>
                <a:ext uri="{FF2B5EF4-FFF2-40B4-BE49-F238E27FC236}">
                  <a16:creationId xmlns:a16="http://schemas.microsoft.com/office/drawing/2014/main" id="{1F6958BB-7169-01C9-297C-B2EF963C4E6F}"/>
                </a:ext>
              </a:extLst>
            </p:cNvPr>
            <p:cNvSpPr txBox="1"/>
            <p:nvPr/>
          </p:nvSpPr>
          <p:spPr>
            <a:xfrm>
              <a:off x="5575480" y="1359924"/>
              <a:ext cx="562975" cy="523220"/>
            </a:xfrm>
            <a:prstGeom prst="rect">
              <a:avLst/>
            </a:prstGeom>
            <a:noFill/>
          </p:spPr>
          <p:txBody>
            <a:bodyPr wrap="none" rtlCol="0">
              <a:spAutoFit/>
            </a:bodyPr>
            <a:lstStyle/>
            <a:p>
              <a:r>
                <a:rPr lang="de-DE" sz="2800" dirty="0"/>
                <a:t>w</a:t>
              </a:r>
              <a:r>
                <a:rPr lang="de-DE" sz="2800" baseline="-25000" dirty="0"/>
                <a:t>1</a:t>
              </a:r>
            </a:p>
          </p:txBody>
        </p:sp>
        <p:sp>
          <p:nvSpPr>
            <p:cNvPr id="46" name="Textfeld 45">
              <a:extLst>
                <a:ext uri="{FF2B5EF4-FFF2-40B4-BE49-F238E27FC236}">
                  <a16:creationId xmlns:a16="http://schemas.microsoft.com/office/drawing/2014/main" id="{7A5ED567-5204-3F13-3921-36DB458AF675}"/>
                </a:ext>
              </a:extLst>
            </p:cNvPr>
            <p:cNvSpPr txBox="1"/>
            <p:nvPr/>
          </p:nvSpPr>
          <p:spPr>
            <a:xfrm>
              <a:off x="5575482" y="2350451"/>
              <a:ext cx="562975" cy="523220"/>
            </a:xfrm>
            <a:prstGeom prst="rect">
              <a:avLst/>
            </a:prstGeom>
            <a:noFill/>
          </p:spPr>
          <p:txBody>
            <a:bodyPr wrap="none" rtlCol="0">
              <a:spAutoFit/>
            </a:bodyPr>
            <a:lstStyle/>
            <a:p>
              <a:r>
                <a:rPr lang="de-DE" sz="2800" dirty="0"/>
                <a:t>w</a:t>
              </a:r>
              <a:r>
                <a:rPr lang="de-DE" sz="2800" baseline="-25000" dirty="0"/>
                <a:t>2</a:t>
              </a:r>
            </a:p>
          </p:txBody>
        </p:sp>
        <p:sp>
          <p:nvSpPr>
            <p:cNvPr id="47" name="Textfeld 46">
              <a:extLst>
                <a:ext uri="{FF2B5EF4-FFF2-40B4-BE49-F238E27FC236}">
                  <a16:creationId xmlns:a16="http://schemas.microsoft.com/office/drawing/2014/main" id="{61178260-3252-9E2E-CB4F-314136FE5CD7}"/>
                </a:ext>
              </a:extLst>
            </p:cNvPr>
            <p:cNvSpPr txBox="1"/>
            <p:nvPr/>
          </p:nvSpPr>
          <p:spPr>
            <a:xfrm>
              <a:off x="5537886" y="3151421"/>
              <a:ext cx="562975" cy="523220"/>
            </a:xfrm>
            <a:prstGeom prst="rect">
              <a:avLst/>
            </a:prstGeom>
            <a:noFill/>
          </p:spPr>
          <p:txBody>
            <a:bodyPr wrap="none" rtlCol="0">
              <a:spAutoFit/>
            </a:bodyPr>
            <a:lstStyle/>
            <a:p>
              <a:r>
                <a:rPr lang="de-DE" sz="2800" dirty="0"/>
                <a:t>w</a:t>
              </a:r>
              <a:r>
                <a:rPr lang="de-DE" sz="2800" baseline="-25000" dirty="0"/>
                <a:t>3</a:t>
              </a:r>
            </a:p>
          </p:txBody>
        </p:sp>
      </p:grpSp>
    </p:spTree>
    <p:extLst>
      <p:ext uri="{BB962C8B-B14F-4D97-AF65-F5344CB8AC3E}">
        <p14:creationId xmlns:p14="http://schemas.microsoft.com/office/powerpoint/2010/main" val="289722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D6B2-2B3E-D9B4-06FB-935872596E92}"/>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2C769F49-069E-A208-EA05-45AD96F5EDA8}"/>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94B315BA-0FF3-5213-612F-ADA6D29359D4}"/>
              </a:ext>
            </a:extLst>
          </p:cNvPr>
          <p:cNvSpPr>
            <a:spLocks noGrp="1"/>
          </p:cNvSpPr>
          <p:nvPr>
            <p:ph type="sldNum" sz="quarter" idx="12"/>
          </p:nvPr>
        </p:nvSpPr>
        <p:spPr/>
        <p:txBody>
          <a:bodyPr/>
          <a:lstStyle/>
          <a:p>
            <a:fld id="{341CD41A-C668-429A-AD07-4F84BBC3B3E7}" type="slidenum">
              <a:rPr lang="de-DE" smtClean="0"/>
              <a:pPr/>
              <a:t>10</a:t>
            </a:fld>
            <a:endParaRPr lang="de-DE"/>
          </a:p>
        </p:txBody>
      </p:sp>
      <p:sp>
        <p:nvSpPr>
          <p:cNvPr id="5" name="Titel 4">
            <a:extLst>
              <a:ext uri="{FF2B5EF4-FFF2-40B4-BE49-F238E27FC236}">
                <a16:creationId xmlns:a16="http://schemas.microsoft.com/office/drawing/2014/main" id="{5A320455-CC6C-3928-6DF3-D09AB1031F3E}"/>
              </a:ext>
            </a:extLst>
          </p:cNvPr>
          <p:cNvSpPr>
            <a:spLocks noGrp="1"/>
          </p:cNvSpPr>
          <p:nvPr>
            <p:ph type="title"/>
          </p:nvPr>
        </p:nvSpPr>
        <p:spPr>
          <a:xfrm>
            <a:off x="390938" y="309634"/>
            <a:ext cx="11410124" cy="369332"/>
          </a:xfrm>
        </p:spPr>
        <p:txBody>
          <a:bodyPr/>
          <a:lstStyle/>
          <a:p>
            <a:r>
              <a:rPr lang="de-DE" dirty="0"/>
              <a:t>Durchrechnen mit einem </a:t>
            </a:r>
            <a:r>
              <a:rPr lang="de-DE" dirty="0" err="1"/>
              <a:t>Perzeptron</a:t>
            </a:r>
            <a:endParaRPr lang="de-DE" dirty="0"/>
          </a:p>
        </p:txBody>
      </p:sp>
      <p:sp>
        <p:nvSpPr>
          <p:cNvPr id="6" name="Fußzeilenplatzhalter 5">
            <a:extLst>
              <a:ext uri="{FF2B5EF4-FFF2-40B4-BE49-F238E27FC236}">
                <a16:creationId xmlns:a16="http://schemas.microsoft.com/office/drawing/2014/main" id="{DDD9D1BF-EDFC-10AE-AE18-704CCB2EFC59}"/>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4CD6A547-EBC9-1DE5-962E-A002F4EF33B6}"/>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63A8DAC5-6AA3-3EDB-FFBE-22E7B0DC2ED1}"/>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E2E9B0AE-8A09-CABD-4A51-79EF08491455}"/>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9E2C820D-51DE-5B53-D39D-057C36D4628F}"/>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D4942F75-763C-87AE-959D-EBAB39CC2D35}"/>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grpSp>
        <p:nvGrpSpPr>
          <p:cNvPr id="35" name="Gruppieren 34">
            <a:extLst>
              <a:ext uri="{FF2B5EF4-FFF2-40B4-BE49-F238E27FC236}">
                <a16:creationId xmlns:a16="http://schemas.microsoft.com/office/drawing/2014/main" id="{7F3BE0A4-5916-5A98-F209-466F155C1A63}"/>
              </a:ext>
            </a:extLst>
          </p:cNvPr>
          <p:cNvGrpSpPr/>
          <p:nvPr/>
        </p:nvGrpSpPr>
        <p:grpSpPr>
          <a:xfrm>
            <a:off x="2834907" y="931603"/>
            <a:ext cx="2577366" cy="1941593"/>
            <a:chOff x="3582224" y="1265763"/>
            <a:chExt cx="5631052" cy="4242009"/>
          </a:xfrm>
        </p:grpSpPr>
        <p:sp>
          <p:nvSpPr>
            <p:cNvPr id="4" name="Ellipse 3">
              <a:extLst>
                <a:ext uri="{FF2B5EF4-FFF2-40B4-BE49-F238E27FC236}">
                  <a16:creationId xmlns:a16="http://schemas.microsoft.com/office/drawing/2014/main" id="{587352B5-CA2F-3C2D-E774-A6AB8259EDC7}"/>
                </a:ext>
              </a:extLst>
            </p:cNvPr>
            <p:cNvSpPr/>
            <p:nvPr/>
          </p:nvSpPr>
          <p:spPr>
            <a:xfrm>
              <a:off x="4253022"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Ellipse 7">
              <a:extLst>
                <a:ext uri="{FF2B5EF4-FFF2-40B4-BE49-F238E27FC236}">
                  <a16:creationId xmlns:a16="http://schemas.microsoft.com/office/drawing/2014/main" id="{53A0EE54-F87B-F0E0-6BC6-22B8153EAF4F}"/>
                </a:ext>
              </a:extLst>
            </p:cNvPr>
            <p:cNvSpPr/>
            <p:nvPr/>
          </p:nvSpPr>
          <p:spPr>
            <a:xfrm>
              <a:off x="4253022" y="442777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Ellipse 13">
              <a:extLst>
                <a:ext uri="{FF2B5EF4-FFF2-40B4-BE49-F238E27FC236}">
                  <a16:creationId xmlns:a16="http://schemas.microsoft.com/office/drawing/2014/main" id="{9129EFD5-DEAA-6F39-CD88-8764E7C4AC7D}"/>
                </a:ext>
              </a:extLst>
            </p:cNvPr>
            <p:cNvSpPr/>
            <p:nvPr/>
          </p:nvSpPr>
          <p:spPr>
            <a:xfrm>
              <a:off x="4253022" y="1433762"/>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5" name="Ellipse 14">
              <a:extLst>
                <a:ext uri="{FF2B5EF4-FFF2-40B4-BE49-F238E27FC236}">
                  <a16:creationId xmlns:a16="http://schemas.microsoft.com/office/drawing/2014/main" id="{C8F13BB6-D46E-706A-8C97-A6807DABA12D}"/>
                </a:ext>
              </a:extLst>
            </p:cNvPr>
            <p:cNvSpPr/>
            <p:nvPr/>
          </p:nvSpPr>
          <p:spPr>
            <a:xfrm>
              <a:off x="7613400" y="2930767"/>
              <a:ext cx="1080000" cy="1080000"/>
            </a:xfrm>
            <a:prstGeom prst="ellipse">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17" name="Gerade Verbindung mit Pfeil 16">
              <a:extLst>
                <a:ext uri="{FF2B5EF4-FFF2-40B4-BE49-F238E27FC236}">
                  <a16:creationId xmlns:a16="http://schemas.microsoft.com/office/drawing/2014/main" id="{06AAE03D-3707-E936-19E4-B0B5B47B798F}"/>
                </a:ext>
              </a:extLst>
            </p:cNvPr>
            <p:cNvCxnSpPr>
              <a:cxnSpLocks/>
              <a:stCxn id="14" idx="6"/>
              <a:endCxn id="15" idx="2"/>
            </p:cNvCxnSpPr>
            <p:nvPr/>
          </p:nvCxnSpPr>
          <p:spPr>
            <a:xfrm>
              <a:off x="5333022" y="1973762"/>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Gerade Verbindung mit Pfeil 18">
              <a:extLst>
                <a:ext uri="{FF2B5EF4-FFF2-40B4-BE49-F238E27FC236}">
                  <a16:creationId xmlns:a16="http://schemas.microsoft.com/office/drawing/2014/main" id="{6FB87F4B-8DED-A3FA-0A92-DCD813D77EA1}"/>
                </a:ext>
              </a:extLst>
            </p:cNvPr>
            <p:cNvCxnSpPr>
              <a:cxnSpLocks/>
              <a:endCxn id="15" idx="2"/>
            </p:cNvCxnSpPr>
            <p:nvPr/>
          </p:nvCxnSpPr>
          <p:spPr>
            <a:xfrm>
              <a:off x="5333022" y="3429000"/>
              <a:ext cx="2280378" cy="4176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0EAE0F46-6672-7E4E-7D27-F6592B35DC04}"/>
                </a:ext>
              </a:extLst>
            </p:cNvPr>
            <p:cNvCxnSpPr>
              <a:cxnSpLocks/>
              <a:stCxn id="8" idx="6"/>
              <a:endCxn id="15" idx="2"/>
            </p:cNvCxnSpPr>
            <p:nvPr/>
          </p:nvCxnSpPr>
          <p:spPr>
            <a:xfrm flipV="1">
              <a:off x="5333022" y="3470767"/>
              <a:ext cx="2280378" cy="149700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8D805190-C028-DF93-F17A-C24C2D3EEFE1}"/>
                </a:ext>
              </a:extLst>
            </p:cNvPr>
            <p:cNvSpPr txBox="1"/>
            <p:nvPr/>
          </p:nvSpPr>
          <p:spPr>
            <a:xfrm>
              <a:off x="3582224" y="1265763"/>
              <a:ext cx="388247" cy="523220"/>
            </a:xfrm>
            <a:prstGeom prst="rect">
              <a:avLst/>
            </a:prstGeom>
            <a:noFill/>
          </p:spPr>
          <p:txBody>
            <a:bodyPr wrap="none" rtlCol="0">
              <a:spAutoFit/>
            </a:bodyPr>
            <a:lstStyle/>
            <a:p>
              <a:r>
                <a:rPr lang="de-DE" sz="2800" dirty="0"/>
                <a:t>i</a:t>
              </a:r>
              <a:r>
                <a:rPr lang="de-DE" sz="2800" baseline="-25000" dirty="0"/>
                <a:t>1</a:t>
              </a:r>
            </a:p>
          </p:txBody>
        </p:sp>
        <p:sp>
          <p:nvSpPr>
            <p:cNvPr id="25" name="Textfeld 24">
              <a:extLst>
                <a:ext uri="{FF2B5EF4-FFF2-40B4-BE49-F238E27FC236}">
                  <a16:creationId xmlns:a16="http://schemas.microsoft.com/office/drawing/2014/main" id="{C8AB94FC-FD8B-37F6-A734-568C94A78612}"/>
                </a:ext>
              </a:extLst>
            </p:cNvPr>
            <p:cNvSpPr txBox="1"/>
            <p:nvPr/>
          </p:nvSpPr>
          <p:spPr>
            <a:xfrm>
              <a:off x="3582224" y="2851772"/>
              <a:ext cx="388247" cy="523220"/>
            </a:xfrm>
            <a:prstGeom prst="rect">
              <a:avLst/>
            </a:prstGeom>
            <a:noFill/>
          </p:spPr>
          <p:txBody>
            <a:bodyPr wrap="none" rtlCol="0">
              <a:spAutoFit/>
            </a:bodyPr>
            <a:lstStyle/>
            <a:p>
              <a:r>
                <a:rPr lang="de-DE" sz="2800" dirty="0"/>
                <a:t>i</a:t>
              </a:r>
              <a:r>
                <a:rPr lang="de-DE" sz="2800" baseline="-25000" dirty="0"/>
                <a:t>2</a:t>
              </a:r>
            </a:p>
          </p:txBody>
        </p:sp>
        <p:sp>
          <p:nvSpPr>
            <p:cNvPr id="26" name="Textfeld 25">
              <a:extLst>
                <a:ext uri="{FF2B5EF4-FFF2-40B4-BE49-F238E27FC236}">
                  <a16:creationId xmlns:a16="http://schemas.microsoft.com/office/drawing/2014/main" id="{AE5380BB-BF66-A43D-055B-FC8E7A201698}"/>
                </a:ext>
              </a:extLst>
            </p:cNvPr>
            <p:cNvSpPr txBox="1"/>
            <p:nvPr/>
          </p:nvSpPr>
          <p:spPr>
            <a:xfrm>
              <a:off x="3582224" y="4371180"/>
              <a:ext cx="388247" cy="523220"/>
            </a:xfrm>
            <a:prstGeom prst="rect">
              <a:avLst/>
            </a:prstGeom>
            <a:noFill/>
          </p:spPr>
          <p:txBody>
            <a:bodyPr wrap="none" rtlCol="0">
              <a:spAutoFit/>
            </a:bodyPr>
            <a:lstStyle/>
            <a:p>
              <a:r>
                <a:rPr lang="de-DE" sz="2800" dirty="0"/>
                <a:t>i</a:t>
              </a:r>
              <a:r>
                <a:rPr lang="de-DE" sz="2800" baseline="-25000" dirty="0"/>
                <a:t>3</a:t>
              </a:r>
            </a:p>
          </p:txBody>
        </p:sp>
        <p:sp>
          <p:nvSpPr>
            <p:cNvPr id="27" name="Textfeld 26">
              <a:extLst>
                <a:ext uri="{FF2B5EF4-FFF2-40B4-BE49-F238E27FC236}">
                  <a16:creationId xmlns:a16="http://schemas.microsoft.com/office/drawing/2014/main" id="{CF2FAA59-19C7-5282-9C64-1370ABF685FD}"/>
                </a:ext>
              </a:extLst>
            </p:cNvPr>
            <p:cNvSpPr txBox="1"/>
            <p:nvPr/>
          </p:nvSpPr>
          <p:spPr>
            <a:xfrm>
              <a:off x="8839455" y="2839561"/>
              <a:ext cx="373821" cy="523220"/>
            </a:xfrm>
            <a:prstGeom prst="rect">
              <a:avLst/>
            </a:prstGeom>
            <a:noFill/>
          </p:spPr>
          <p:txBody>
            <a:bodyPr wrap="none" rtlCol="0">
              <a:spAutoFit/>
            </a:bodyPr>
            <a:lstStyle/>
            <a:p>
              <a:r>
                <a:rPr lang="de-DE" sz="2800" dirty="0"/>
                <a:t>o</a:t>
              </a:r>
              <a:endParaRPr lang="de-DE" sz="2800" baseline="-25000" dirty="0"/>
            </a:p>
          </p:txBody>
        </p:sp>
        <p:sp>
          <p:nvSpPr>
            <p:cNvPr id="28" name="Textfeld 27">
              <a:extLst>
                <a:ext uri="{FF2B5EF4-FFF2-40B4-BE49-F238E27FC236}">
                  <a16:creationId xmlns:a16="http://schemas.microsoft.com/office/drawing/2014/main" id="{EB2B86E1-0601-C42D-A171-36C6C290B1D8}"/>
                </a:ext>
              </a:extLst>
            </p:cNvPr>
            <p:cNvSpPr txBox="1"/>
            <p:nvPr/>
          </p:nvSpPr>
          <p:spPr>
            <a:xfrm>
              <a:off x="5575480" y="1359924"/>
              <a:ext cx="562975" cy="523220"/>
            </a:xfrm>
            <a:prstGeom prst="rect">
              <a:avLst/>
            </a:prstGeom>
            <a:noFill/>
          </p:spPr>
          <p:txBody>
            <a:bodyPr wrap="none" rtlCol="0">
              <a:spAutoFit/>
            </a:bodyPr>
            <a:lstStyle/>
            <a:p>
              <a:r>
                <a:rPr lang="de-DE" sz="2800" dirty="0"/>
                <a:t>w</a:t>
              </a:r>
              <a:r>
                <a:rPr lang="de-DE" sz="2800" baseline="-25000" dirty="0"/>
                <a:t>1</a:t>
              </a:r>
            </a:p>
          </p:txBody>
        </p:sp>
        <p:sp>
          <p:nvSpPr>
            <p:cNvPr id="29" name="Textfeld 28">
              <a:extLst>
                <a:ext uri="{FF2B5EF4-FFF2-40B4-BE49-F238E27FC236}">
                  <a16:creationId xmlns:a16="http://schemas.microsoft.com/office/drawing/2014/main" id="{AE6F3324-AC36-F819-2A13-8349EEF87791}"/>
                </a:ext>
              </a:extLst>
            </p:cNvPr>
            <p:cNvSpPr txBox="1"/>
            <p:nvPr/>
          </p:nvSpPr>
          <p:spPr>
            <a:xfrm>
              <a:off x="5575482" y="2350451"/>
              <a:ext cx="562975" cy="523220"/>
            </a:xfrm>
            <a:prstGeom prst="rect">
              <a:avLst/>
            </a:prstGeom>
            <a:noFill/>
          </p:spPr>
          <p:txBody>
            <a:bodyPr wrap="none" rtlCol="0">
              <a:spAutoFit/>
            </a:bodyPr>
            <a:lstStyle/>
            <a:p>
              <a:r>
                <a:rPr lang="de-DE" sz="2800" dirty="0"/>
                <a:t>w</a:t>
              </a:r>
              <a:r>
                <a:rPr lang="de-DE" sz="2800" baseline="-25000" dirty="0"/>
                <a:t>2</a:t>
              </a:r>
            </a:p>
          </p:txBody>
        </p:sp>
        <p:sp>
          <p:nvSpPr>
            <p:cNvPr id="30" name="Textfeld 29">
              <a:extLst>
                <a:ext uri="{FF2B5EF4-FFF2-40B4-BE49-F238E27FC236}">
                  <a16:creationId xmlns:a16="http://schemas.microsoft.com/office/drawing/2014/main" id="{13F7EF21-93E6-AA97-4196-DF469CB0C630}"/>
                </a:ext>
              </a:extLst>
            </p:cNvPr>
            <p:cNvSpPr txBox="1"/>
            <p:nvPr/>
          </p:nvSpPr>
          <p:spPr>
            <a:xfrm>
              <a:off x="5537886" y="3151421"/>
              <a:ext cx="562975" cy="523220"/>
            </a:xfrm>
            <a:prstGeom prst="rect">
              <a:avLst/>
            </a:prstGeom>
            <a:noFill/>
          </p:spPr>
          <p:txBody>
            <a:bodyPr wrap="none" rtlCol="0">
              <a:spAutoFit/>
            </a:bodyPr>
            <a:lstStyle/>
            <a:p>
              <a:r>
                <a:rPr lang="de-DE" sz="2800" dirty="0"/>
                <a:t>w</a:t>
              </a:r>
              <a:r>
                <a:rPr lang="de-DE" sz="2800" baseline="-25000" dirty="0"/>
                <a:t>3</a:t>
              </a:r>
            </a:p>
          </p:txBody>
        </p:sp>
      </p:gr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F0D52609-67CB-105F-2B91-56D1B6ED0033}"/>
                  </a:ext>
                </a:extLst>
              </p:cNvPr>
              <p:cNvSpPr txBox="1"/>
              <p:nvPr/>
            </p:nvSpPr>
            <p:spPr>
              <a:xfrm>
                <a:off x="7011433" y="2237616"/>
                <a:ext cx="401334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31" name="Textfeld 30">
                <a:extLst>
                  <a:ext uri="{FF2B5EF4-FFF2-40B4-BE49-F238E27FC236}">
                    <a16:creationId xmlns:a16="http://schemas.microsoft.com/office/drawing/2014/main" id="{F0D52609-67CB-105F-2B91-56D1B6ED0033}"/>
                  </a:ext>
                </a:extLst>
              </p:cNvPr>
              <p:cNvSpPr txBox="1">
                <a:spLocks noRot="1" noChangeAspect="1" noMove="1" noResize="1" noEditPoints="1" noAdjustHandles="1" noChangeArrowheads="1" noChangeShapeType="1" noTextEdit="1"/>
              </p:cNvSpPr>
              <p:nvPr/>
            </p:nvSpPr>
            <p:spPr>
              <a:xfrm>
                <a:off x="7011433" y="2237616"/>
                <a:ext cx="4013343" cy="461665"/>
              </a:xfrm>
              <a:prstGeom prst="rect">
                <a:avLst/>
              </a:prstGeom>
              <a:blipFill>
                <a:blip r:embed="rId3"/>
                <a:stretch>
                  <a:fillRect b="-1316"/>
                </a:stretch>
              </a:blipFill>
            </p:spPr>
            <p:txBody>
              <a:bodyPr/>
              <a:lstStyle/>
              <a:p>
                <a:r>
                  <a:rPr lang="de-DE">
                    <a:noFill/>
                  </a:rPr>
                  <a:t> </a:t>
                </a:r>
              </a:p>
            </p:txBody>
          </p:sp>
        </mc:Fallback>
      </mc:AlternateContent>
      <p:graphicFrame>
        <p:nvGraphicFramePr>
          <p:cNvPr id="34" name="Tabelle 33">
            <a:extLst>
              <a:ext uri="{FF2B5EF4-FFF2-40B4-BE49-F238E27FC236}">
                <a16:creationId xmlns:a16="http://schemas.microsoft.com/office/drawing/2014/main" id="{196D024E-C3C7-9979-23C3-C9A4D5D2681A}"/>
              </a:ext>
            </a:extLst>
          </p:cNvPr>
          <p:cNvGraphicFramePr>
            <a:graphicFrameLocks noGrp="1"/>
          </p:cNvGraphicFramePr>
          <p:nvPr/>
        </p:nvGraphicFramePr>
        <p:xfrm>
          <a:off x="6096000" y="1141788"/>
          <a:ext cx="5744820" cy="914400"/>
        </p:xfrm>
        <a:graphic>
          <a:graphicData uri="http://schemas.openxmlformats.org/drawingml/2006/table">
            <a:tbl>
              <a:tblPr firstRow="1" bandRow="1">
                <a:tableStyleId>{5A111915-BE36-4E01-A7E5-04B1672EAD32}</a:tableStyleId>
              </a:tblPr>
              <a:tblGrid>
                <a:gridCol w="1436205">
                  <a:extLst>
                    <a:ext uri="{9D8B030D-6E8A-4147-A177-3AD203B41FA5}">
                      <a16:colId xmlns:a16="http://schemas.microsoft.com/office/drawing/2014/main" val="3289116828"/>
                    </a:ext>
                  </a:extLst>
                </a:gridCol>
                <a:gridCol w="1436205">
                  <a:extLst>
                    <a:ext uri="{9D8B030D-6E8A-4147-A177-3AD203B41FA5}">
                      <a16:colId xmlns:a16="http://schemas.microsoft.com/office/drawing/2014/main" val="1326071928"/>
                    </a:ext>
                  </a:extLst>
                </a:gridCol>
                <a:gridCol w="1436205">
                  <a:extLst>
                    <a:ext uri="{9D8B030D-6E8A-4147-A177-3AD203B41FA5}">
                      <a16:colId xmlns:a16="http://schemas.microsoft.com/office/drawing/2014/main" val="499440027"/>
                    </a:ext>
                  </a:extLst>
                </a:gridCol>
                <a:gridCol w="1436205">
                  <a:extLst>
                    <a:ext uri="{9D8B030D-6E8A-4147-A177-3AD203B41FA5}">
                      <a16:colId xmlns:a16="http://schemas.microsoft.com/office/drawing/2014/main" val="1221056149"/>
                    </a:ext>
                  </a:extLst>
                </a:gridCol>
              </a:tblGrid>
              <a:tr h="370840">
                <a:tc>
                  <a:txBody>
                    <a:bodyPr/>
                    <a:lstStyle/>
                    <a:p>
                      <a:pPr algn="ctr"/>
                      <a:r>
                        <a:rPr lang="de-DE" sz="2400" dirty="0"/>
                        <a:t>°C</a:t>
                      </a:r>
                    </a:p>
                  </a:txBody>
                  <a:tcPr/>
                </a:tc>
                <a:tc>
                  <a:txBody>
                    <a:bodyPr/>
                    <a:lstStyle/>
                    <a:p>
                      <a:pPr algn="ctr"/>
                      <a:r>
                        <a:rPr lang="de-DE" sz="2400" dirty="0"/>
                        <a:t>☼ - Std.</a:t>
                      </a:r>
                    </a:p>
                  </a:txBody>
                  <a:tcPr/>
                </a:tc>
                <a:tc>
                  <a:txBody>
                    <a:bodyPr/>
                    <a:lstStyle/>
                    <a:p>
                      <a:pPr algn="ctr"/>
                      <a:r>
                        <a:rPr lang="de-DE" sz="2400" dirty="0"/>
                        <a:t>🌧 - %</a:t>
                      </a:r>
                    </a:p>
                  </a:txBody>
                  <a:tcPr/>
                </a:tc>
                <a:tc>
                  <a:txBody>
                    <a:bodyPr/>
                    <a:lstStyle/>
                    <a:p>
                      <a:pPr algn="ctr"/>
                      <a:r>
                        <a:rPr lang="de-DE" sz="2400" dirty="0"/>
                        <a:t>Eiskugeln</a:t>
                      </a:r>
                    </a:p>
                  </a:txBody>
                  <a:tcPr/>
                </a:tc>
                <a:extLst>
                  <a:ext uri="{0D108BD9-81ED-4DB2-BD59-A6C34878D82A}">
                    <a16:rowId xmlns:a16="http://schemas.microsoft.com/office/drawing/2014/main" val="2907456114"/>
                  </a:ext>
                </a:extLst>
              </a:tr>
              <a:tr h="370840">
                <a:tc>
                  <a:txBody>
                    <a:bodyPr/>
                    <a:lstStyle/>
                    <a:p>
                      <a:pPr algn="ctr"/>
                      <a:r>
                        <a:rPr lang="de-DE" sz="2400" dirty="0"/>
                        <a:t>21</a:t>
                      </a:r>
                    </a:p>
                  </a:txBody>
                  <a:tcPr/>
                </a:tc>
                <a:tc>
                  <a:txBody>
                    <a:bodyPr/>
                    <a:lstStyle/>
                    <a:p>
                      <a:pPr algn="ctr"/>
                      <a:r>
                        <a:rPr lang="de-DE" sz="2400" dirty="0"/>
                        <a:t>4</a:t>
                      </a:r>
                    </a:p>
                  </a:txBody>
                  <a:tcPr/>
                </a:tc>
                <a:tc>
                  <a:txBody>
                    <a:bodyPr/>
                    <a:lstStyle/>
                    <a:p>
                      <a:pPr algn="ctr"/>
                      <a:r>
                        <a:rPr lang="de-DE" sz="2400" dirty="0"/>
                        <a:t>35</a:t>
                      </a:r>
                    </a:p>
                  </a:txBody>
                  <a:tcPr/>
                </a:tc>
                <a:tc>
                  <a:txBody>
                    <a:bodyPr/>
                    <a:lstStyle/>
                    <a:p>
                      <a:pPr algn="ctr"/>
                      <a:r>
                        <a:rPr lang="de-DE" sz="2400" dirty="0"/>
                        <a:t>230</a:t>
                      </a:r>
                    </a:p>
                  </a:txBody>
                  <a:tcPr/>
                </a:tc>
                <a:extLst>
                  <a:ext uri="{0D108BD9-81ED-4DB2-BD59-A6C34878D82A}">
                    <a16:rowId xmlns:a16="http://schemas.microsoft.com/office/drawing/2014/main" val="1022574740"/>
                  </a:ext>
                </a:extLst>
              </a:tr>
            </a:tbl>
          </a:graphicData>
        </a:graphic>
      </p:graphicFrame>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2C33017D-4957-5CEC-8327-1C3A3F08A9A9}"/>
                  </a:ext>
                </a:extLst>
              </p:cNvPr>
              <p:cNvSpPr txBox="1"/>
              <p:nvPr/>
            </p:nvSpPr>
            <p:spPr>
              <a:xfrm>
                <a:off x="2472000" y="3023811"/>
                <a:ext cx="8629414" cy="3547638"/>
              </a:xfrm>
              <a:prstGeom prst="rect">
                <a:avLst/>
              </a:prstGeom>
              <a:noFill/>
            </p:spPr>
            <p:txBody>
              <a:bodyPr wrap="none" rtlCol="0">
                <a:spAutoFit/>
              </a:bodyPr>
              <a:lstStyle/>
              <a:p>
                <a:pPr>
                  <a:tabLst>
                    <a:tab pos="1260475" algn="l"/>
                  </a:tabLst>
                </a:pPr>
                <a:r>
                  <a:rPr lang="de-DE" sz="2400" b="1" dirty="0"/>
                  <a:t>Schritt 4:</a:t>
                </a:r>
                <a:r>
                  <a:rPr lang="de-DE" sz="2400" dirty="0"/>
                  <a:t>	Fehler wird verwendet, um Gewichte anzupassen</a:t>
                </a:r>
              </a:p>
              <a:p>
                <a:pPr>
                  <a:tabLst>
                    <a:tab pos="1260475" algn="l"/>
                    <a:tab pos="1520825" algn="l"/>
                  </a:tabLst>
                </a:pPr>
                <a:r>
                  <a:rPr lang="de-DE" sz="2400" dirty="0"/>
                  <a:t>	</a:t>
                </a:r>
                <a14:m>
                  <m:oMath xmlns:m="http://schemas.openxmlformats.org/officeDocument/2006/math">
                    <m:r>
                      <m:rPr>
                        <m:sty m:val="p"/>
                      </m:rPr>
                      <a:rPr lang="de-DE" sz="2400" b="0" i="0" smtClean="0">
                        <a:latin typeface="Cambria Math" panose="02040503050406030204" pitchFamily="18" charset="0"/>
                      </a:rPr>
                      <m:t>Δ</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f>
                      <m:fPr>
                        <m:ctrlPr>
                          <a:rPr lang="de-DE" sz="2400" b="0" i="1" smtClean="0">
                            <a:latin typeface="Cambria Math" panose="02040503050406030204" pitchFamily="18" charset="0"/>
                          </a:rPr>
                        </m:ctrlPr>
                      </m:fPr>
                      <m:num>
                        <m:r>
                          <a:rPr lang="de-DE" sz="2400" b="0" i="1" smtClean="0">
                            <a:latin typeface="Cambria Math" panose="02040503050406030204" pitchFamily="18" charset="0"/>
                          </a:rPr>
                          <m:t>𝜕</m:t>
                        </m:r>
                        <m:r>
                          <a:rPr lang="de-DE" sz="2400" b="0" i="1" smtClean="0">
                            <a:latin typeface="Cambria Math" panose="02040503050406030204" pitchFamily="18" charset="0"/>
                          </a:rPr>
                          <m:t>𝑒</m:t>
                        </m:r>
                      </m:num>
                      <m:den>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den>
                    </m:f>
                    <m:r>
                      <a:rPr lang="de-DE" sz="2400" b="0" i="1" smtClean="0">
                        <a:latin typeface="Cambria Math" panose="02040503050406030204" pitchFamily="18" charset="0"/>
                      </a:rPr>
                      <m:t>=</m:t>
                    </m:r>
                    <m:f>
                      <m:fPr>
                        <m:ctrlPr>
                          <a:rPr lang="de-DE" sz="2400" i="1">
                            <a:latin typeface="Cambria Math" panose="02040503050406030204" pitchFamily="18" charset="0"/>
                          </a:rPr>
                        </m:ctrlPr>
                      </m:fPr>
                      <m:num>
                        <m:r>
                          <a:rPr lang="de-DE" sz="2400" i="1">
                            <a:latin typeface="Cambria Math" panose="02040503050406030204" pitchFamily="18" charset="0"/>
                          </a:rPr>
                          <m:t>𝜕</m:t>
                        </m:r>
                      </m:num>
                      <m:den>
                        <m:r>
                          <a:rPr lang="de-DE" sz="2400" i="1">
                            <a:latin typeface="Cambria Math" panose="02040503050406030204" pitchFamily="18" charset="0"/>
                          </a:rPr>
                          <m:t>𝜕</m:t>
                        </m:r>
                        <m:sSub>
                          <m:sSubPr>
                            <m:ctrlPr>
                              <a:rPr lang="de-DE" sz="2400" b="0" i="1" smtClean="0">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1</m:t>
                            </m:r>
                          </m:sub>
                        </m:sSub>
                      </m:den>
                    </m:f>
                    <m:sSup>
                      <m:sSupPr>
                        <m:ctrlPr>
                          <a:rPr lang="de-DE" sz="2400" b="0" i="1" smtClean="0">
                            <a:latin typeface="Cambria Math" panose="02040503050406030204" pitchFamily="18" charset="0"/>
                          </a:rPr>
                        </m:ctrlPr>
                      </m:sSupPr>
                      <m:e>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e>
                        </m:d>
                      </m:e>
                      <m:sup>
                        <m:r>
                          <a:rPr lang="de-DE" sz="2400" b="0" i="1" smtClean="0">
                            <a:latin typeface="Cambria Math" panose="02040503050406030204" pitchFamily="18" charset="0"/>
                          </a:rPr>
                          <m:t>2</m:t>
                        </m:r>
                      </m:sup>
                    </m:sSup>
                  </m:oMath>
                </a14:m>
                <a:endParaRPr lang="de-DE" sz="2400" b="0" i="1" dirty="0">
                  <a:latin typeface="Cambria Math" panose="02040503050406030204" pitchFamily="18" charset="0"/>
                </a:endParaRPr>
              </a:p>
              <a:p>
                <a:pPr>
                  <a:tabLst>
                    <a:tab pos="1260475" algn="l"/>
                    <a:tab pos="1881188" algn="l"/>
                  </a:tabLst>
                </a:pPr>
                <a:r>
                  <a:rPr lang="de-DE" sz="2400" dirty="0"/>
                  <a:t>		</a:t>
                </a:r>
                <a14:m>
                  <m:oMath xmlns:m="http://schemas.openxmlformats.org/officeDocument/2006/math">
                    <m:r>
                      <a:rPr lang="de-DE" sz="2400" i="1">
                        <a:latin typeface="Cambria Math" panose="02040503050406030204" pitchFamily="18" charset="0"/>
                      </a:rPr>
                      <m:t>=</m:t>
                    </m:r>
                    <m:r>
                      <a:rPr lang="de-DE" sz="2400" b="0" i="1" smtClean="0">
                        <a:latin typeface="Cambria Math" panose="02040503050406030204" pitchFamily="18" charset="0"/>
                      </a:rPr>
                      <m:t>2⋅</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e>
                    </m:d>
                    <m:r>
                      <a:rPr lang="de-DE" sz="2400" b="0" i="1" smtClean="0">
                        <a:latin typeface="Cambria Math" panose="02040503050406030204" pitchFamily="18" charset="0"/>
                      </a:rPr>
                      <m:t>⋅</m:t>
                    </m:r>
                    <m:f>
                      <m:fPr>
                        <m:ctrlPr>
                          <a:rPr lang="de-DE" sz="2400" b="0" i="1" smtClean="0">
                            <a:latin typeface="Cambria Math" panose="02040503050406030204" pitchFamily="18" charset="0"/>
                          </a:rPr>
                        </m:ctrlPr>
                      </m:fPr>
                      <m:num>
                        <m:r>
                          <a:rPr lang="de-DE" sz="2400" b="0" i="1" smtClean="0">
                            <a:latin typeface="Cambria Math" panose="02040503050406030204" pitchFamily="18" charset="0"/>
                          </a:rPr>
                          <m:t>𝜕</m:t>
                        </m:r>
                      </m:num>
                      <m:den>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den>
                    </m:f>
                    <m:r>
                      <a:rPr lang="de-DE" sz="2400" b="0" i="1" smtClean="0">
                        <a:latin typeface="Cambria Math" panose="02040503050406030204" pitchFamily="18" charset="0"/>
                      </a:rPr>
                      <m:t>(</m:t>
                    </m:r>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r>
                      <a:rPr lang="de-DE" sz="2400" b="0" i="1" smtClean="0">
                        <a:latin typeface="Cambria Math" panose="02040503050406030204" pitchFamily="18" charset="0"/>
                      </a:rPr>
                      <m:t>)</m:t>
                    </m:r>
                  </m:oMath>
                </a14:m>
                <a:endParaRPr lang="de-DE" sz="2400" dirty="0"/>
              </a:p>
              <a:p>
                <a:pPr>
                  <a:tabLst>
                    <a:tab pos="1260475" algn="l"/>
                    <a:tab pos="1881188" algn="l"/>
                  </a:tabLst>
                </a:pPr>
                <a:r>
                  <a:rPr lang="de-DE" sz="2400" dirty="0"/>
                  <a:t>		</a:t>
                </a:r>
                <a14:m>
                  <m:oMath xmlns:m="http://schemas.openxmlformats.org/officeDocument/2006/math">
                    <m:r>
                      <a:rPr lang="de-DE" sz="2400" i="1">
                        <a:latin typeface="Cambria Math" panose="02040503050406030204" pitchFamily="18" charset="0"/>
                      </a:rPr>
                      <m:t>=2⋅</m:t>
                    </m:r>
                    <m:r>
                      <a:rPr lang="de-DE" sz="2400" b="0" i="1" smtClean="0">
                        <a:latin typeface="Cambria Math" panose="02040503050406030204" pitchFamily="18" charset="0"/>
                      </a:rPr>
                      <m:t>(</m:t>
                    </m:r>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r>
                      <a:rPr lang="de-DE" sz="2400" b="0" i="1" smtClean="0">
                        <a:latin typeface="Cambria Math" panose="02040503050406030204" pitchFamily="18" charset="0"/>
                      </a:rPr>
                      <m:t>)⋅</m:t>
                    </m:r>
                    <m:f>
                      <m:fPr>
                        <m:ctrlPr>
                          <a:rPr lang="de-DE" sz="2400" i="1">
                            <a:latin typeface="Cambria Math" panose="02040503050406030204" pitchFamily="18" charset="0"/>
                          </a:rPr>
                        </m:ctrlPr>
                      </m:fPr>
                      <m:num>
                        <m:r>
                          <a:rPr lang="de-DE" sz="2400" i="1">
                            <a:latin typeface="Cambria Math" panose="02040503050406030204" pitchFamily="18" charset="0"/>
                          </a:rPr>
                          <m:t>𝜕</m:t>
                        </m:r>
                      </m:num>
                      <m:den>
                        <m:r>
                          <a:rPr lang="de-DE" sz="2400" i="1">
                            <a:latin typeface="Cambria Math" panose="02040503050406030204" pitchFamily="18" charset="0"/>
                          </a:rPr>
                          <m:t>𝜕</m:t>
                        </m:r>
                        <m:sSub>
                          <m:sSubPr>
                            <m:ctrlPr>
                              <a:rPr lang="de-DE" sz="2400" b="0" i="1" smtClean="0">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1</m:t>
                            </m:r>
                          </m:sub>
                        </m:sSub>
                      </m:den>
                    </m:f>
                    <m:d>
                      <m:dPr>
                        <m:ctrlPr>
                          <a:rPr lang="de-DE" sz="2400" i="1">
                            <a:latin typeface="Cambria Math" panose="02040503050406030204" pitchFamily="18" charset="0"/>
                          </a:rPr>
                        </m:ctrlPr>
                      </m:dPr>
                      <m:e>
                        <m:r>
                          <a:rPr lang="de-DE" sz="2400" b="0" i="1" smtClean="0">
                            <a:latin typeface="Cambria Math" panose="02040503050406030204" pitchFamily="18" charset="0"/>
                          </a:rPr>
                          <m:t>𝑡</m:t>
                        </m:r>
                        <m:r>
                          <a:rPr lang="de-DE" sz="2400" i="1">
                            <a:latin typeface="Cambria Math" panose="02040503050406030204" pitchFamily="18" charset="0"/>
                          </a:rPr>
                          <m:t>−</m:t>
                        </m:r>
                        <m:nary>
                          <m:naryPr>
                            <m:chr m:val="∑"/>
                            <m:subHide m:val="on"/>
                            <m:supHide m:val="on"/>
                            <m:ctrlPr>
                              <a:rPr lang="de-DE" sz="2400" i="1">
                                <a:latin typeface="Cambria Math" panose="02040503050406030204" pitchFamily="18" charset="0"/>
                              </a:rPr>
                            </m:ctrlPr>
                          </m:naryPr>
                          <m:sub/>
                          <m:sup/>
                          <m:e>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𝑖</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𝑖</m:t>
                                </m:r>
                              </m:sub>
                            </m:sSub>
                          </m:e>
                        </m:nary>
                      </m:e>
                    </m:d>
                  </m:oMath>
                </a14:m>
                <a:endParaRPr lang="de-DE" sz="2400" dirty="0"/>
              </a:p>
              <a:p>
                <a:pPr>
                  <a:tabLst>
                    <a:tab pos="1260475" algn="l"/>
                    <a:tab pos="1881188" algn="l"/>
                  </a:tabLst>
                </a:pPr>
                <a:r>
                  <a:rPr lang="de-DE" sz="2400" dirty="0"/>
                  <a:t>		</a:t>
                </a:r>
                <a14:m>
                  <m:oMath xmlns:m="http://schemas.openxmlformats.org/officeDocument/2006/math">
                    <m:r>
                      <a:rPr lang="de-DE" sz="2400" i="1">
                        <a:latin typeface="Cambria Math" panose="02040503050406030204" pitchFamily="18" charset="0"/>
                      </a:rPr>
                      <m:t>=2⋅</m:t>
                    </m:r>
                    <m:r>
                      <a:rPr lang="de-DE" sz="2400" b="0" i="1" smtClean="0">
                        <a:latin typeface="Cambria Math" panose="02040503050406030204" pitchFamily="18" charset="0"/>
                      </a:rPr>
                      <m:t>(</m:t>
                    </m:r>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r>
                      <a:rPr lang="de-DE" sz="2400" b="0" i="1" smtClean="0">
                        <a:latin typeface="Cambria Math" panose="02040503050406030204" pitchFamily="18" charset="0"/>
                      </a:rPr>
                      <m:t>) ⋅</m:t>
                    </m:r>
                    <m:f>
                      <m:fPr>
                        <m:ctrlPr>
                          <a:rPr lang="de-DE" sz="2400" i="1">
                            <a:latin typeface="Cambria Math" panose="02040503050406030204" pitchFamily="18" charset="0"/>
                          </a:rPr>
                        </m:ctrlPr>
                      </m:fPr>
                      <m:num>
                        <m:r>
                          <a:rPr lang="de-DE" sz="2400" i="1">
                            <a:latin typeface="Cambria Math" panose="02040503050406030204" pitchFamily="18" charset="0"/>
                          </a:rPr>
                          <m:t>𝜕</m:t>
                        </m:r>
                      </m:num>
                      <m:den>
                        <m:r>
                          <a:rPr lang="de-DE" sz="2400" i="1">
                            <a:latin typeface="Cambria Math" panose="02040503050406030204" pitchFamily="18" charset="0"/>
                          </a:rPr>
                          <m:t>𝜕</m:t>
                        </m:r>
                        <m:sSub>
                          <m:sSubPr>
                            <m:ctrlPr>
                              <a:rPr lang="de-DE" sz="2400" b="0" i="1" smtClean="0">
                                <a:latin typeface="Cambria Math" panose="02040503050406030204" pitchFamily="18" charset="0"/>
                              </a:rPr>
                            </m:ctrlPr>
                          </m:sSubPr>
                          <m:e>
                            <m:r>
                              <a:rPr lang="de-DE" sz="2400" i="1">
                                <a:latin typeface="Cambria Math" panose="02040503050406030204" pitchFamily="18" charset="0"/>
                              </a:rPr>
                              <m:t>𝑤</m:t>
                            </m:r>
                          </m:e>
                          <m:sub>
                            <m:r>
                              <a:rPr lang="de-DE" sz="2400" b="0" i="1" smtClean="0">
                                <a:latin typeface="Cambria Math" panose="02040503050406030204" pitchFamily="18" charset="0"/>
                              </a:rPr>
                              <m:t>1</m:t>
                            </m:r>
                          </m:sub>
                        </m:sSub>
                      </m:den>
                    </m:f>
                    <m:d>
                      <m:dPr>
                        <m:ctrlPr>
                          <a:rPr lang="de-DE" sz="2400" i="1">
                            <a:latin typeface="Cambria Math" panose="02040503050406030204" pitchFamily="18" charset="0"/>
                          </a:rPr>
                        </m:ctrlPr>
                      </m:dPr>
                      <m:e>
                        <m:r>
                          <a:rPr lang="de-DE" sz="2400" b="0" i="1" smtClean="0">
                            <a:latin typeface="Cambria Math" panose="02040503050406030204" pitchFamily="18" charset="0"/>
                          </a:rPr>
                          <m:t>𝑡</m:t>
                        </m:r>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m:t>
                            </m:r>
                            <m:r>
                              <a:rPr lang="de-DE" sz="2400" i="1">
                                <a:latin typeface="Cambria Math" panose="02040503050406030204" pitchFamily="18" charset="0"/>
                              </a:rPr>
                              <m:t>𝑤</m:t>
                            </m:r>
                          </m:e>
                          <m:sub>
                            <m:r>
                              <a:rPr lang="de-DE" sz="2400" i="1">
                                <a:latin typeface="Cambria Math" panose="02040503050406030204" pitchFamily="18" charset="0"/>
                              </a:rPr>
                              <m:t>1</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1</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2</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2</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𝑤</m:t>
                            </m:r>
                          </m:e>
                          <m:sub>
                            <m:r>
                              <a:rPr lang="de-DE" sz="2400" i="1">
                                <a:latin typeface="Cambria Math" panose="02040503050406030204" pitchFamily="18" charset="0"/>
                              </a:rPr>
                              <m:t>3</m:t>
                            </m:r>
                          </m:sub>
                        </m:sSub>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3</m:t>
                            </m:r>
                          </m:sub>
                        </m:sSub>
                        <m:r>
                          <a:rPr lang="de-DE" sz="2400" i="1">
                            <a:latin typeface="Cambria Math" panose="02040503050406030204" pitchFamily="18" charset="0"/>
                          </a:rPr>
                          <m:t>)</m:t>
                        </m:r>
                      </m:e>
                    </m:d>
                  </m:oMath>
                </a14:m>
                <a:endParaRPr lang="de-DE" sz="2400" dirty="0"/>
              </a:p>
              <a:p>
                <a:pPr>
                  <a:tabLst>
                    <a:tab pos="1260475" algn="l"/>
                    <a:tab pos="1881188" algn="l"/>
                  </a:tabLst>
                </a:pPr>
                <a:r>
                  <a:rPr lang="de-DE" sz="2400" dirty="0"/>
                  <a:t>		</a:t>
                </a:r>
                <a14:m>
                  <m:oMath xmlns:m="http://schemas.openxmlformats.org/officeDocument/2006/math">
                    <m:r>
                      <a:rPr lang="de-DE" sz="2400" i="1">
                        <a:latin typeface="Cambria Math" panose="02040503050406030204" pitchFamily="18" charset="0"/>
                      </a:rPr>
                      <m:t>=2⋅</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𝑡</m:t>
                        </m:r>
                        <m:r>
                          <a:rPr lang="de-DE" sz="2400" b="0" i="1" smtClean="0">
                            <a:latin typeface="Cambria Math" panose="02040503050406030204" pitchFamily="18" charset="0"/>
                          </a:rPr>
                          <m:t>−</m:t>
                        </m:r>
                        <m:r>
                          <a:rPr lang="de-DE" sz="2400" b="0" i="1" smtClean="0">
                            <a:latin typeface="Cambria Math" panose="02040503050406030204" pitchFamily="18" charset="0"/>
                          </a:rPr>
                          <m:t>𝑜</m:t>
                        </m:r>
                      </m:e>
                    </m:d>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m:t>
                        </m:r>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oMath>
                </a14:m>
                <a:endParaRPr lang="de-DE" sz="2400" b="0" i="1" dirty="0">
                  <a:latin typeface="Cambria Math" panose="02040503050406030204" pitchFamily="18" charset="0"/>
                </a:endParaRPr>
              </a:p>
              <a:p>
                <a:pPr>
                  <a:tabLst>
                    <a:tab pos="1260475" algn="l"/>
                    <a:tab pos="1881188" algn="l"/>
                  </a:tabLst>
                </a:pPr>
                <a:r>
                  <a:rPr lang="de-DE" sz="2400" dirty="0"/>
                  <a:t>		</a:t>
                </a:r>
                <a14:m>
                  <m:oMath xmlns:m="http://schemas.openxmlformats.org/officeDocument/2006/math">
                    <m:r>
                      <a:rPr lang="de-DE" sz="2400" i="1">
                        <a:latin typeface="Cambria Math" panose="02040503050406030204" pitchFamily="18" charset="0"/>
                      </a:rPr>
                      <m:t>=</m:t>
                    </m:r>
                    <m:r>
                      <a:rPr lang="de-DE" sz="2400" b="0" i="1" smtClean="0">
                        <a:latin typeface="Cambria Math" panose="02040503050406030204" pitchFamily="18" charset="0"/>
                      </a:rPr>
                      <m:t>−</m:t>
                    </m:r>
                    <m:r>
                      <a:rPr lang="de-DE" sz="2400" i="1">
                        <a:latin typeface="Cambria Math" panose="02040503050406030204" pitchFamily="18" charset="0"/>
                      </a:rPr>
                      <m:t>2⋅</m:t>
                    </m:r>
                    <m:r>
                      <a:rPr lang="de-DE" sz="2400" b="0" i="1" smtClean="0">
                        <a:latin typeface="Cambria Math" panose="02040503050406030204" pitchFamily="18" charset="0"/>
                      </a:rPr>
                      <m:t>𝑒</m:t>
                    </m:r>
                    <m:r>
                      <a:rPr lang="de-DE" sz="2400" i="1">
                        <a:latin typeface="Cambria Math" panose="02040503050406030204" pitchFamily="18" charset="0"/>
                      </a:rPr>
                      <m:t>⋅</m:t>
                    </m:r>
                    <m:sSub>
                      <m:sSubPr>
                        <m:ctrlPr>
                          <a:rPr lang="de-DE" sz="2400" i="1">
                            <a:latin typeface="Cambria Math" panose="02040503050406030204" pitchFamily="18" charset="0"/>
                          </a:rPr>
                        </m:ctrlPr>
                      </m:sSubPr>
                      <m:e>
                        <m:r>
                          <a:rPr lang="de-DE" sz="2400" i="1">
                            <a:latin typeface="Cambria Math" panose="02040503050406030204" pitchFamily="18" charset="0"/>
                          </a:rPr>
                          <m:t>𝑖</m:t>
                        </m:r>
                      </m:e>
                      <m:sub>
                        <m:r>
                          <a:rPr lang="de-DE" sz="2400" i="1">
                            <a:latin typeface="Cambria Math" panose="02040503050406030204" pitchFamily="18" charset="0"/>
                          </a:rPr>
                          <m:t>1</m:t>
                        </m:r>
                      </m:sub>
                    </m:sSub>
                  </m:oMath>
                </a14:m>
                <a:r>
                  <a:rPr lang="de-DE" sz="2400" dirty="0"/>
                  <a:t> </a:t>
                </a:r>
              </a:p>
            </p:txBody>
          </p:sp>
        </mc:Choice>
        <mc:Fallback xmlns="">
          <p:sp>
            <p:nvSpPr>
              <p:cNvPr id="37" name="Textfeld 36">
                <a:extLst>
                  <a:ext uri="{FF2B5EF4-FFF2-40B4-BE49-F238E27FC236}">
                    <a16:creationId xmlns:a16="http://schemas.microsoft.com/office/drawing/2014/main" id="{2C33017D-4957-5CEC-8327-1C3A3F08A9A9}"/>
                  </a:ext>
                </a:extLst>
              </p:cNvPr>
              <p:cNvSpPr txBox="1">
                <a:spLocks noRot="1" noChangeAspect="1" noMove="1" noResize="1" noEditPoints="1" noAdjustHandles="1" noChangeArrowheads="1" noChangeShapeType="1" noTextEdit="1"/>
              </p:cNvSpPr>
              <p:nvPr/>
            </p:nvSpPr>
            <p:spPr>
              <a:xfrm>
                <a:off x="2472000" y="3023811"/>
                <a:ext cx="8629414" cy="3547638"/>
              </a:xfrm>
              <a:prstGeom prst="rect">
                <a:avLst/>
              </a:prstGeom>
              <a:blipFill>
                <a:blip r:embed="rId4"/>
                <a:stretch>
                  <a:fillRect l="-1131" t="-1375"/>
                </a:stretch>
              </a:blipFill>
            </p:spPr>
            <p:txBody>
              <a:bodyPr/>
              <a:lstStyle/>
              <a:p>
                <a:r>
                  <a:rPr lang="de-DE">
                    <a:noFill/>
                  </a:rPr>
                  <a:t> </a:t>
                </a:r>
              </a:p>
            </p:txBody>
          </p:sp>
        </mc:Fallback>
      </mc:AlternateContent>
      <p:sp>
        <p:nvSpPr>
          <p:cNvPr id="7" name="Textfeld 6">
            <a:extLst>
              <a:ext uri="{FF2B5EF4-FFF2-40B4-BE49-F238E27FC236}">
                <a16:creationId xmlns:a16="http://schemas.microsoft.com/office/drawing/2014/main" id="{74ECEE26-FE45-6945-72DE-F8B22DCAB776}"/>
              </a:ext>
            </a:extLst>
          </p:cNvPr>
          <p:cNvSpPr txBox="1"/>
          <p:nvPr/>
        </p:nvSpPr>
        <p:spPr>
          <a:xfrm>
            <a:off x="8680745" y="3429000"/>
            <a:ext cx="3674288" cy="1200329"/>
          </a:xfrm>
          <a:prstGeom prst="rect">
            <a:avLst/>
          </a:prstGeom>
          <a:noFill/>
        </p:spPr>
        <p:txBody>
          <a:bodyPr wrap="square" rtlCol="0">
            <a:spAutoFit/>
          </a:bodyPr>
          <a:lstStyle/>
          <a:p>
            <a:r>
              <a:rPr lang="de-DE" sz="2400" b="1" dirty="0"/>
              <a:t>Je größer der Fehler und der Input, desto größer ist die Gewichtsanpassung.</a:t>
            </a:r>
          </a:p>
        </p:txBody>
      </p:sp>
      <p:pic>
        <p:nvPicPr>
          <p:cNvPr id="18" name="Grafik 17">
            <a:extLst>
              <a:ext uri="{FF2B5EF4-FFF2-40B4-BE49-F238E27FC236}">
                <a16:creationId xmlns:a16="http://schemas.microsoft.com/office/drawing/2014/main" id="{781FFE8C-FA5D-D3DB-18C4-89B8D1452CE5}"/>
              </a:ext>
            </a:extLst>
          </p:cNvPr>
          <p:cNvPicPr>
            <a:picLocks noChangeAspect="1"/>
          </p:cNvPicPr>
          <p:nvPr/>
        </p:nvPicPr>
        <p:blipFill>
          <a:blip r:embed="rId5"/>
          <a:stretch>
            <a:fillRect/>
          </a:stretch>
        </p:blipFill>
        <p:spPr>
          <a:xfrm>
            <a:off x="7672745" y="3429000"/>
            <a:ext cx="1008000" cy="1008000"/>
          </a:xfrm>
          <a:prstGeom prst="rect">
            <a:avLst/>
          </a:prstGeom>
        </p:spPr>
      </p:pic>
    </p:spTree>
    <p:extLst>
      <p:ext uri="{BB962C8B-B14F-4D97-AF65-F5344CB8AC3E}">
        <p14:creationId xmlns:p14="http://schemas.microsoft.com/office/powerpoint/2010/main" val="2638854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323D-4DD6-3394-2093-EC83D824A408}"/>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D413617-C766-875C-10F4-44841240DB70}"/>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CDB2D68F-D73F-3165-6DB0-B5537652638C}"/>
              </a:ext>
            </a:extLst>
          </p:cNvPr>
          <p:cNvSpPr>
            <a:spLocks noGrp="1"/>
          </p:cNvSpPr>
          <p:nvPr>
            <p:ph type="sldNum" sz="quarter" idx="12"/>
          </p:nvPr>
        </p:nvSpPr>
        <p:spPr/>
        <p:txBody>
          <a:bodyPr/>
          <a:lstStyle/>
          <a:p>
            <a:fld id="{341CD41A-C668-429A-AD07-4F84BBC3B3E7}" type="slidenum">
              <a:rPr lang="de-DE" smtClean="0"/>
              <a:pPr/>
              <a:t>11</a:t>
            </a:fld>
            <a:endParaRPr lang="de-DE"/>
          </a:p>
        </p:txBody>
      </p:sp>
      <p:sp>
        <p:nvSpPr>
          <p:cNvPr id="5" name="Titel 4">
            <a:extLst>
              <a:ext uri="{FF2B5EF4-FFF2-40B4-BE49-F238E27FC236}">
                <a16:creationId xmlns:a16="http://schemas.microsoft.com/office/drawing/2014/main" id="{EC27C0B2-BA27-ED71-26FF-ED978D589EAC}"/>
              </a:ext>
            </a:extLst>
          </p:cNvPr>
          <p:cNvSpPr>
            <a:spLocks noGrp="1"/>
          </p:cNvSpPr>
          <p:nvPr>
            <p:ph type="title"/>
          </p:nvPr>
        </p:nvSpPr>
        <p:spPr>
          <a:xfrm>
            <a:off x="390938" y="309634"/>
            <a:ext cx="11410124" cy="369332"/>
          </a:xfrm>
        </p:spPr>
        <p:txBody>
          <a:bodyPr/>
          <a:lstStyle/>
          <a:p>
            <a:r>
              <a:rPr lang="de-DE" dirty="0"/>
              <a:t>Durchrechnen mit einem Single-Layer-Neural-Network</a:t>
            </a:r>
          </a:p>
        </p:txBody>
      </p:sp>
      <p:sp>
        <p:nvSpPr>
          <p:cNvPr id="6" name="Fußzeilenplatzhalter 5">
            <a:extLst>
              <a:ext uri="{FF2B5EF4-FFF2-40B4-BE49-F238E27FC236}">
                <a16:creationId xmlns:a16="http://schemas.microsoft.com/office/drawing/2014/main" id="{A2FC6987-FA4E-DA78-CF05-839C4F420459}"/>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A0757FCD-3413-D432-290C-134A0F0F03F8}"/>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9A773081-0EB4-E506-43F1-FF75903B8654}"/>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598BAFEF-EA32-E58B-AB6F-C9C217420841}"/>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724AB073-CBC8-DB7D-B445-9ADC7D89FEB7}"/>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D27AD840-5A9B-6F27-38CB-90F95FA66D4B}"/>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
        <p:nvSpPr>
          <p:cNvPr id="4" name="Ellipse 3">
            <a:extLst>
              <a:ext uri="{FF2B5EF4-FFF2-40B4-BE49-F238E27FC236}">
                <a16:creationId xmlns:a16="http://schemas.microsoft.com/office/drawing/2014/main" id="{9D81B6C5-138C-58AE-80A5-807F48E27EF7}"/>
              </a:ext>
            </a:extLst>
          </p:cNvPr>
          <p:cNvSpPr/>
          <p:nvPr/>
        </p:nvSpPr>
        <p:spPr>
          <a:xfrm>
            <a:off x="6096000" y="3512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Ellipse 7">
            <a:extLst>
              <a:ext uri="{FF2B5EF4-FFF2-40B4-BE49-F238E27FC236}">
                <a16:creationId xmlns:a16="http://schemas.microsoft.com/office/drawing/2014/main" id="{D598DFEF-42E1-A7F6-4E3C-FA252F57BC16}"/>
              </a:ext>
            </a:extLst>
          </p:cNvPr>
          <p:cNvSpPr/>
          <p:nvPr/>
        </p:nvSpPr>
        <p:spPr>
          <a:xfrm>
            <a:off x="6096000" y="4722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Ellipse 13">
            <a:extLst>
              <a:ext uri="{FF2B5EF4-FFF2-40B4-BE49-F238E27FC236}">
                <a16:creationId xmlns:a16="http://schemas.microsoft.com/office/drawing/2014/main" id="{D37D56B1-01C6-C6A0-4915-C40434E78272}"/>
              </a:ext>
            </a:extLst>
          </p:cNvPr>
          <p:cNvSpPr/>
          <p:nvPr/>
        </p:nvSpPr>
        <p:spPr>
          <a:xfrm>
            <a:off x="6096000" y="2301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5" name="Ellipse 14">
            <a:extLst>
              <a:ext uri="{FF2B5EF4-FFF2-40B4-BE49-F238E27FC236}">
                <a16:creationId xmlns:a16="http://schemas.microsoft.com/office/drawing/2014/main" id="{B49FD032-6ACF-3D48-F5BB-21E6B7036283}"/>
              </a:ext>
            </a:extLst>
          </p:cNvPr>
          <p:cNvSpPr/>
          <p:nvPr/>
        </p:nvSpPr>
        <p:spPr>
          <a:xfrm>
            <a:off x="9456378" y="293509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17" name="Gerade Verbindung mit Pfeil 16">
            <a:extLst>
              <a:ext uri="{FF2B5EF4-FFF2-40B4-BE49-F238E27FC236}">
                <a16:creationId xmlns:a16="http://schemas.microsoft.com/office/drawing/2014/main" id="{714CDF91-67FD-FDF0-AE15-AEC8054492F9}"/>
              </a:ext>
            </a:extLst>
          </p:cNvPr>
          <p:cNvCxnSpPr>
            <a:cxnSpLocks/>
            <a:stCxn id="14" idx="6"/>
            <a:endCxn id="15" idx="2"/>
          </p:cNvCxnSpPr>
          <p:nvPr/>
        </p:nvCxnSpPr>
        <p:spPr>
          <a:xfrm>
            <a:off x="7176000" y="2841914"/>
            <a:ext cx="2280378" cy="6331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Gerade Verbindung mit Pfeil 18">
            <a:extLst>
              <a:ext uri="{FF2B5EF4-FFF2-40B4-BE49-F238E27FC236}">
                <a16:creationId xmlns:a16="http://schemas.microsoft.com/office/drawing/2014/main" id="{6CC8876F-4EDD-9A56-47AF-E54C4999DC0B}"/>
              </a:ext>
            </a:extLst>
          </p:cNvPr>
          <p:cNvCxnSpPr>
            <a:cxnSpLocks/>
            <a:stCxn id="4" idx="6"/>
            <a:endCxn id="15" idx="2"/>
          </p:cNvCxnSpPr>
          <p:nvPr/>
        </p:nvCxnSpPr>
        <p:spPr>
          <a:xfrm flipV="1">
            <a:off x="7176000" y="3475090"/>
            <a:ext cx="2280378" cy="5773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Gerade Verbindung mit Pfeil 20">
            <a:extLst>
              <a:ext uri="{FF2B5EF4-FFF2-40B4-BE49-F238E27FC236}">
                <a16:creationId xmlns:a16="http://schemas.microsoft.com/office/drawing/2014/main" id="{160EF010-2F6D-8F62-1B6E-C314052166F6}"/>
              </a:ext>
            </a:extLst>
          </p:cNvPr>
          <p:cNvCxnSpPr>
            <a:cxnSpLocks/>
            <a:stCxn id="8" idx="6"/>
            <a:endCxn id="15" idx="2"/>
          </p:cNvCxnSpPr>
          <p:nvPr/>
        </p:nvCxnSpPr>
        <p:spPr>
          <a:xfrm flipV="1">
            <a:off x="7176000" y="3475090"/>
            <a:ext cx="2280378" cy="17878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4" name="Textfeld 23">
            <a:extLst>
              <a:ext uri="{FF2B5EF4-FFF2-40B4-BE49-F238E27FC236}">
                <a16:creationId xmlns:a16="http://schemas.microsoft.com/office/drawing/2014/main" id="{1D32029A-9CF5-0056-CB08-0C3E09DF0501}"/>
              </a:ext>
            </a:extLst>
          </p:cNvPr>
          <p:cNvSpPr txBox="1"/>
          <p:nvPr/>
        </p:nvSpPr>
        <p:spPr>
          <a:xfrm>
            <a:off x="2763686" y="1939839"/>
            <a:ext cx="388248" cy="523220"/>
          </a:xfrm>
          <a:prstGeom prst="rect">
            <a:avLst/>
          </a:prstGeom>
          <a:noFill/>
        </p:spPr>
        <p:txBody>
          <a:bodyPr wrap="none" rtlCol="0">
            <a:spAutoFit/>
          </a:bodyPr>
          <a:lstStyle/>
          <a:p>
            <a:r>
              <a:rPr lang="de-DE" sz="2800" dirty="0"/>
              <a:t>i</a:t>
            </a:r>
            <a:r>
              <a:rPr lang="de-DE" sz="2800" baseline="-25000" dirty="0"/>
              <a:t>1</a:t>
            </a:r>
          </a:p>
        </p:txBody>
      </p:sp>
      <p:sp>
        <p:nvSpPr>
          <p:cNvPr id="25" name="Textfeld 24">
            <a:extLst>
              <a:ext uri="{FF2B5EF4-FFF2-40B4-BE49-F238E27FC236}">
                <a16:creationId xmlns:a16="http://schemas.microsoft.com/office/drawing/2014/main" id="{99D832F0-BE0C-2C8A-103D-C391BD4B769E}"/>
              </a:ext>
            </a:extLst>
          </p:cNvPr>
          <p:cNvSpPr txBox="1"/>
          <p:nvPr/>
        </p:nvSpPr>
        <p:spPr>
          <a:xfrm>
            <a:off x="2763686" y="3135286"/>
            <a:ext cx="388248" cy="523220"/>
          </a:xfrm>
          <a:prstGeom prst="rect">
            <a:avLst/>
          </a:prstGeom>
          <a:noFill/>
        </p:spPr>
        <p:txBody>
          <a:bodyPr wrap="none" rtlCol="0">
            <a:spAutoFit/>
          </a:bodyPr>
          <a:lstStyle/>
          <a:p>
            <a:r>
              <a:rPr lang="de-DE" sz="2800" dirty="0"/>
              <a:t>i</a:t>
            </a:r>
            <a:r>
              <a:rPr lang="de-DE" sz="2800" baseline="-25000" dirty="0"/>
              <a:t>2</a:t>
            </a:r>
          </a:p>
        </p:txBody>
      </p:sp>
      <p:sp>
        <p:nvSpPr>
          <p:cNvPr id="26" name="Textfeld 25">
            <a:extLst>
              <a:ext uri="{FF2B5EF4-FFF2-40B4-BE49-F238E27FC236}">
                <a16:creationId xmlns:a16="http://schemas.microsoft.com/office/drawing/2014/main" id="{CF8A501E-EAB5-7DE5-D5C2-08DEF427351A}"/>
              </a:ext>
            </a:extLst>
          </p:cNvPr>
          <p:cNvSpPr txBox="1"/>
          <p:nvPr/>
        </p:nvSpPr>
        <p:spPr>
          <a:xfrm>
            <a:off x="2763686" y="4298311"/>
            <a:ext cx="388248" cy="523220"/>
          </a:xfrm>
          <a:prstGeom prst="rect">
            <a:avLst/>
          </a:prstGeom>
          <a:noFill/>
        </p:spPr>
        <p:txBody>
          <a:bodyPr wrap="none" rtlCol="0">
            <a:spAutoFit/>
          </a:bodyPr>
          <a:lstStyle/>
          <a:p>
            <a:r>
              <a:rPr lang="de-DE" sz="2800" dirty="0"/>
              <a:t>i</a:t>
            </a:r>
            <a:r>
              <a:rPr lang="de-DE" sz="2800" baseline="-25000" dirty="0"/>
              <a:t>3</a:t>
            </a:r>
          </a:p>
        </p:txBody>
      </p:sp>
      <p:sp>
        <p:nvSpPr>
          <p:cNvPr id="27" name="Textfeld 26">
            <a:extLst>
              <a:ext uri="{FF2B5EF4-FFF2-40B4-BE49-F238E27FC236}">
                <a16:creationId xmlns:a16="http://schemas.microsoft.com/office/drawing/2014/main" id="{B4921FF2-042C-0E68-28E8-C3402502DEE8}"/>
              </a:ext>
            </a:extLst>
          </p:cNvPr>
          <p:cNvSpPr txBox="1"/>
          <p:nvPr/>
        </p:nvSpPr>
        <p:spPr>
          <a:xfrm>
            <a:off x="10734395" y="3135286"/>
            <a:ext cx="373820" cy="523220"/>
          </a:xfrm>
          <a:prstGeom prst="rect">
            <a:avLst/>
          </a:prstGeom>
          <a:noFill/>
        </p:spPr>
        <p:txBody>
          <a:bodyPr wrap="none" rtlCol="0">
            <a:spAutoFit/>
          </a:bodyPr>
          <a:lstStyle/>
          <a:p>
            <a:r>
              <a:rPr lang="de-DE" sz="2800" dirty="0"/>
              <a:t>o</a:t>
            </a:r>
            <a:endParaRPr lang="de-DE" sz="2800" baseline="-25000" dirty="0"/>
          </a:p>
        </p:txBody>
      </p:sp>
      <p:sp>
        <p:nvSpPr>
          <p:cNvPr id="28" name="Textfeld 27">
            <a:extLst>
              <a:ext uri="{FF2B5EF4-FFF2-40B4-BE49-F238E27FC236}">
                <a16:creationId xmlns:a16="http://schemas.microsoft.com/office/drawing/2014/main" id="{AEE79462-1F43-C2D7-03C7-D3DC68EAA8AC}"/>
              </a:ext>
            </a:extLst>
          </p:cNvPr>
          <p:cNvSpPr txBox="1"/>
          <p:nvPr/>
        </p:nvSpPr>
        <p:spPr>
          <a:xfrm>
            <a:off x="8071915" y="1999465"/>
            <a:ext cx="562975" cy="523220"/>
          </a:xfrm>
          <a:prstGeom prst="rect">
            <a:avLst/>
          </a:prstGeom>
          <a:noFill/>
        </p:spPr>
        <p:txBody>
          <a:bodyPr wrap="none" rtlCol="0">
            <a:spAutoFit/>
          </a:bodyPr>
          <a:lstStyle/>
          <a:p>
            <a:r>
              <a:rPr lang="de-DE" sz="2800" dirty="0"/>
              <a:t>w</a:t>
            </a:r>
            <a:r>
              <a:rPr lang="de-DE" sz="2800" baseline="-25000" dirty="0"/>
              <a:t>1</a:t>
            </a:r>
          </a:p>
        </p:txBody>
      </p:sp>
      <p:sp>
        <p:nvSpPr>
          <p:cNvPr id="29" name="Textfeld 28">
            <a:extLst>
              <a:ext uri="{FF2B5EF4-FFF2-40B4-BE49-F238E27FC236}">
                <a16:creationId xmlns:a16="http://schemas.microsoft.com/office/drawing/2014/main" id="{5C0561DA-4E9D-EB8B-942C-E61FA95C4E8C}"/>
              </a:ext>
            </a:extLst>
          </p:cNvPr>
          <p:cNvSpPr txBox="1"/>
          <p:nvPr/>
        </p:nvSpPr>
        <p:spPr>
          <a:xfrm>
            <a:off x="8052868" y="2649568"/>
            <a:ext cx="562975" cy="523220"/>
          </a:xfrm>
          <a:prstGeom prst="rect">
            <a:avLst/>
          </a:prstGeom>
          <a:noFill/>
        </p:spPr>
        <p:txBody>
          <a:bodyPr wrap="none" rtlCol="0">
            <a:spAutoFit/>
          </a:bodyPr>
          <a:lstStyle/>
          <a:p>
            <a:r>
              <a:rPr lang="de-DE" sz="2800" dirty="0"/>
              <a:t>w</a:t>
            </a:r>
            <a:r>
              <a:rPr lang="de-DE" sz="2800" baseline="-25000" dirty="0"/>
              <a:t>2</a:t>
            </a:r>
          </a:p>
        </p:txBody>
      </p:sp>
      <p:sp>
        <p:nvSpPr>
          <p:cNvPr id="30" name="Textfeld 29">
            <a:extLst>
              <a:ext uri="{FF2B5EF4-FFF2-40B4-BE49-F238E27FC236}">
                <a16:creationId xmlns:a16="http://schemas.microsoft.com/office/drawing/2014/main" id="{1B556129-6266-BBFA-5C46-B12B8C7ED110}"/>
              </a:ext>
            </a:extLst>
          </p:cNvPr>
          <p:cNvSpPr txBox="1"/>
          <p:nvPr/>
        </p:nvSpPr>
        <p:spPr>
          <a:xfrm>
            <a:off x="8074615" y="3181452"/>
            <a:ext cx="562975" cy="523220"/>
          </a:xfrm>
          <a:prstGeom prst="rect">
            <a:avLst/>
          </a:prstGeom>
          <a:noFill/>
        </p:spPr>
        <p:txBody>
          <a:bodyPr wrap="none" rtlCol="0">
            <a:spAutoFit/>
          </a:bodyPr>
          <a:lstStyle/>
          <a:p>
            <a:r>
              <a:rPr lang="de-DE" sz="2800" dirty="0"/>
              <a:t>w</a:t>
            </a:r>
            <a:r>
              <a:rPr lang="de-DE" sz="2800" baseline="-25000" dirty="0"/>
              <a:t>3</a:t>
            </a:r>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9789BCF6-8B11-256F-3850-65464CA8741D}"/>
                  </a:ext>
                </a:extLst>
              </p:cNvPr>
              <p:cNvSpPr txBox="1"/>
              <p:nvPr/>
            </p:nvSpPr>
            <p:spPr>
              <a:xfrm>
                <a:off x="6861006" y="5636645"/>
                <a:ext cx="420147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𝑥</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𝑥</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𝑥</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m:t>
                          </m:r>
                        </m:sub>
                      </m:sSub>
                    </m:oMath>
                  </m:oMathPara>
                </a14:m>
                <a:endParaRPr lang="de-DE" dirty="0"/>
              </a:p>
            </p:txBody>
          </p:sp>
        </mc:Choice>
        <mc:Fallback xmlns="">
          <p:sp>
            <p:nvSpPr>
              <p:cNvPr id="31" name="Textfeld 30">
                <a:extLst>
                  <a:ext uri="{FF2B5EF4-FFF2-40B4-BE49-F238E27FC236}">
                    <a16:creationId xmlns:a16="http://schemas.microsoft.com/office/drawing/2014/main" id="{9789BCF6-8B11-256F-3850-65464CA8741D}"/>
                  </a:ext>
                </a:extLst>
              </p:cNvPr>
              <p:cNvSpPr txBox="1">
                <a:spLocks noRot="1" noChangeAspect="1" noMove="1" noResize="1" noEditPoints="1" noAdjustHandles="1" noChangeArrowheads="1" noChangeShapeType="1" noTextEdit="1"/>
              </p:cNvSpPr>
              <p:nvPr/>
            </p:nvSpPr>
            <p:spPr>
              <a:xfrm>
                <a:off x="6861006" y="5636645"/>
                <a:ext cx="4201471" cy="461665"/>
              </a:xfrm>
              <a:prstGeom prst="rect">
                <a:avLst/>
              </a:prstGeom>
              <a:blipFill>
                <a:blip r:embed="rId2"/>
                <a:stretch>
                  <a:fillRect b="-1333"/>
                </a:stretch>
              </a:blipFill>
            </p:spPr>
            <p:txBody>
              <a:bodyPr/>
              <a:lstStyle/>
              <a:p>
                <a:r>
                  <a:rPr lang="de-DE">
                    <a:noFill/>
                  </a:rPr>
                  <a:t> </a:t>
                </a:r>
              </a:p>
            </p:txBody>
          </p:sp>
        </mc:Fallback>
      </mc:AlternateContent>
      <p:sp>
        <p:nvSpPr>
          <p:cNvPr id="7" name="Ellipse 6">
            <a:extLst>
              <a:ext uri="{FF2B5EF4-FFF2-40B4-BE49-F238E27FC236}">
                <a16:creationId xmlns:a16="http://schemas.microsoft.com/office/drawing/2014/main" id="{35D12130-E80F-7B5D-30B6-D58041D62A9E}"/>
              </a:ext>
            </a:extLst>
          </p:cNvPr>
          <p:cNvSpPr/>
          <p:nvPr/>
        </p:nvSpPr>
        <p:spPr>
          <a:xfrm>
            <a:off x="3358886" y="1681107"/>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6" name="Ellipse 15">
            <a:extLst>
              <a:ext uri="{FF2B5EF4-FFF2-40B4-BE49-F238E27FC236}">
                <a16:creationId xmlns:a16="http://schemas.microsoft.com/office/drawing/2014/main" id="{EE08FBC2-4E63-78EA-EA96-683AF0C21F4E}"/>
              </a:ext>
            </a:extLst>
          </p:cNvPr>
          <p:cNvSpPr/>
          <p:nvPr/>
        </p:nvSpPr>
        <p:spPr>
          <a:xfrm>
            <a:off x="6099962" y="1091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6" name="Gerade Verbindung mit Pfeil 35">
            <a:extLst>
              <a:ext uri="{FF2B5EF4-FFF2-40B4-BE49-F238E27FC236}">
                <a16:creationId xmlns:a16="http://schemas.microsoft.com/office/drawing/2014/main" id="{6DE38469-938E-9CFA-2E88-6C6059103A67}"/>
              </a:ext>
            </a:extLst>
          </p:cNvPr>
          <p:cNvCxnSpPr>
            <a:cxnSpLocks/>
            <a:stCxn id="16" idx="6"/>
            <a:endCxn id="15" idx="2"/>
          </p:cNvCxnSpPr>
          <p:nvPr/>
        </p:nvCxnSpPr>
        <p:spPr>
          <a:xfrm>
            <a:off x="7179962" y="1631414"/>
            <a:ext cx="2276416" cy="18436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9" name="Textfeld 38">
            <a:extLst>
              <a:ext uri="{FF2B5EF4-FFF2-40B4-BE49-F238E27FC236}">
                <a16:creationId xmlns:a16="http://schemas.microsoft.com/office/drawing/2014/main" id="{B0F642A4-A4E2-3A14-F207-EBF40AE25AF5}"/>
              </a:ext>
            </a:extLst>
          </p:cNvPr>
          <p:cNvSpPr txBox="1"/>
          <p:nvPr/>
        </p:nvSpPr>
        <p:spPr>
          <a:xfrm>
            <a:off x="8071916" y="3707390"/>
            <a:ext cx="562975" cy="523220"/>
          </a:xfrm>
          <a:prstGeom prst="rect">
            <a:avLst/>
          </a:prstGeom>
          <a:noFill/>
        </p:spPr>
        <p:txBody>
          <a:bodyPr wrap="none" rtlCol="0">
            <a:spAutoFit/>
          </a:bodyPr>
          <a:lstStyle/>
          <a:p>
            <a:r>
              <a:rPr lang="de-DE" sz="2800" dirty="0"/>
              <a:t>w</a:t>
            </a:r>
            <a:r>
              <a:rPr lang="de-DE" sz="2800" baseline="-25000" dirty="0"/>
              <a:t>4</a:t>
            </a:r>
          </a:p>
        </p:txBody>
      </p:sp>
      <p:sp>
        <p:nvSpPr>
          <p:cNvPr id="40" name="Ellipse 39">
            <a:extLst>
              <a:ext uri="{FF2B5EF4-FFF2-40B4-BE49-F238E27FC236}">
                <a16:creationId xmlns:a16="http://schemas.microsoft.com/office/drawing/2014/main" id="{ADF6B231-1A3A-7804-B620-05662DFF828E}"/>
              </a:ext>
            </a:extLst>
          </p:cNvPr>
          <p:cNvSpPr/>
          <p:nvPr/>
        </p:nvSpPr>
        <p:spPr>
          <a:xfrm>
            <a:off x="3351559" y="288900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41" name="Ellipse 40">
            <a:extLst>
              <a:ext uri="{FF2B5EF4-FFF2-40B4-BE49-F238E27FC236}">
                <a16:creationId xmlns:a16="http://schemas.microsoft.com/office/drawing/2014/main" id="{B0321D1B-6060-65D2-BC1C-0D99F3A20EE1}"/>
              </a:ext>
            </a:extLst>
          </p:cNvPr>
          <p:cNvSpPr/>
          <p:nvPr/>
        </p:nvSpPr>
        <p:spPr>
          <a:xfrm>
            <a:off x="3358886" y="4096893"/>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44" name="Gerade Verbindung mit Pfeil 43">
            <a:extLst>
              <a:ext uri="{FF2B5EF4-FFF2-40B4-BE49-F238E27FC236}">
                <a16:creationId xmlns:a16="http://schemas.microsoft.com/office/drawing/2014/main" id="{091EE9A7-0B96-95D4-C06B-1A867D79F6AC}"/>
              </a:ext>
            </a:extLst>
          </p:cNvPr>
          <p:cNvCxnSpPr>
            <a:cxnSpLocks/>
            <a:stCxn id="7" idx="6"/>
            <a:endCxn id="16" idx="2"/>
          </p:cNvCxnSpPr>
          <p:nvPr/>
        </p:nvCxnSpPr>
        <p:spPr>
          <a:xfrm flipV="1">
            <a:off x="4438886" y="1631414"/>
            <a:ext cx="1661076" cy="5896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7" name="Gerade Verbindung mit Pfeil 46">
            <a:extLst>
              <a:ext uri="{FF2B5EF4-FFF2-40B4-BE49-F238E27FC236}">
                <a16:creationId xmlns:a16="http://schemas.microsoft.com/office/drawing/2014/main" id="{01235000-20C0-3DB9-B1A0-47D6D0C547E9}"/>
              </a:ext>
            </a:extLst>
          </p:cNvPr>
          <p:cNvCxnSpPr>
            <a:cxnSpLocks/>
            <a:stCxn id="40" idx="6"/>
            <a:endCxn id="14" idx="2"/>
          </p:cNvCxnSpPr>
          <p:nvPr/>
        </p:nvCxnSpPr>
        <p:spPr>
          <a:xfrm flipV="1">
            <a:off x="4431559" y="2841914"/>
            <a:ext cx="1664441" cy="5870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Gerade Verbindung mit Pfeil 49">
            <a:extLst>
              <a:ext uri="{FF2B5EF4-FFF2-40B4-BE49-F238E27FC236}">
                <a16:creationId xmlns:a16="http://schemas.microsoft.com/office/drawing/2014/main" id="{70B8817C-2180-B5D8-27C6-0A3EF1B9D7C7}"/>
              </a:ext>
            </a:extLst>
          </p:cNvPr>
          <p:cNvCxnSpPr>
            <a:cxnSpLocks/>
            <a:stCxn id="40" idx="6"/>
            <a:endCxn id="4" idx="2"/>
          </p:cNvCxnSpPr>
          <p:nvPr/>
        </p:nvCxnSpPr>
        <p:spPr>
          <a:xfrm>
            <a:off x="4431559" y="3429000"/>
            <a:ext cx="1664441" cy="6234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3" name="Gerade Verbindung mit Pfeil 52">
            <a:extLst>
              <a:ext uri="{FF2B5EF4-FFF2-40B4-BE49-F238E27FC236}">
                <a16:creationId xmlns:a16="http://schemas.microsoft.com/office/drawing/2014/main" id="{145BF2E4-79BE-BF9D-4858-7B017FFE256B}"/>
              </a:ext>
            </a:extLst>
          </p:cNvPr>
          <p:cNvCxnSpPr>
            <a:cxnSpLocks/>
            <a:stCxn id="7" idx="6"/>
            <a:endCxn id="14" idx="2"/>
          </p:cNvCxnSpPr>
          <p:nvPr/>
        </p:nvCxnSpPr>
        <p:spPr>
          <a:xfrm>
            <a:off x="4438886" y="2221107"/>
            <a:ext cx="1657114" cy="620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6" name="Gerade Verbindung mit Pfeil 55">
            <a:extLst>
              <a:ext uri="{FF2B5EF4-FFF2-40B4-BE49-F238E27FC236}">
                <a16:creationId xmlns:a16="http://schemas.microsoft.com/office/drawing/2014/main" id="{856BF075-CA7B-D873-AA78-0C35E1FC888A}"/>
              </a:ext>
            </a:extLst>
          </p:cNvPr>
          <p:cNvCxnSpPr>
            <a:cxnSpLocks/>
            <a:stCxn id="7" idx="6"/>
            <a:endCxn id="4" idx="2"/>
          </p:cNvCxnSpPr>
          <p:nvPr/>
        </p:nvCxnSpPr>
        <p:spPr>
          <a:xfrm>
            <a:off x="4438886" y="2221107"/>
            <a:ext cx="1657114" cy="18313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9" name="Gerade Verbindung mit Pfeil 58">
            <a:extLst>
              <a:ext uri="{FF2B5EF4-FFF2-40B4-BE49-F238E27FC236}">
                <a16:creationId xmlns:a16="http://schemas.microsoft.com/office/drawing/2014/main" id="{1901AC4F-8268-0182-50C6-2CA2D4143675}"/>
              </a:ext>
            </a:extLst>
          </p:cNvPr>
          <p:cNvCxnSpPr>
            <a:cxnSpLocks/>
            <a:stCxn id="7" idx="6"/>
            <a:endCxn id="8" idx="2"/>
          </p:cNvCxnSpPr>
          <p:nvPr/>
        </p:nvCxnSpPr>
        <p:spPr>
          <a:xfrm>
            <a:off x="4438886" y="2221107"/>
            <a:ext cx="1657114" cy="3041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2" name="Gerade Verbindung mit Pfeil 61">
            <a:extLst>
              <a:ext uri="{FF2B5EF4-FFF2-40B4-BE49-F238E27FC236}">
                <a16:creationId xmlns:a16="http://schemas.microsoft.com/office/drawing/2014/main" id="{BC3D7D18-44D4-221E-9761-FF5462ACDD40}"/>
              </a:ext>
            </a:extLst>
          </p:cNvPr>
          <p:cNvCxnSpPr>
            <a:cxnSpLocks/>
            <a:stCxn id="40" idx="6"/>
            <a:endCxn id="16" idx="2"/>
          </p:cNvCxnSpPr>
          <p:nvPr/>
        </p:nvCxnSpPr>
        <p:spPr>
          <a:xfrm flipV="1">
            <a:off x="4431559" y="1631414"/>
            <a:ext cx="1668403" cy="17975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5" name="Gerade Verbindung mit Pfeil 64">
            <a:extLst>
              <a:ext uri="{FF2B5EF4-FFF2-40B4-BE49-F238E27FC236}">
                <a16:creationId xmlns:a16="http://schemas.microsoft.com/office/drawing/2014/main" id="{67D8CFF5-842C-ABD4-0FB2-1ED70F2C0223}"/>
              </a:ext>
            </a:extLst>
          </p:cNvPr>
          <p:cNvCxnSpPr>
            <a:cxnSpLocks/>
            <a:stCxn id="40" idx="6"/>
            <a:endCxn id="8" idx="2"/>
          </p:cNvCxnSpPr>
          <p:nvPr/>
        </p:nvCxnSpPr>
        <p:spPr>
          <a:xfrm>
            <a:off x="4431559" y="3429000"/>
            <a:ext cx="1664441" cy="18339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8" name="Gerade Verbindung mit Pfeil 67">
            <a:extLst>
              <a:ext uri="{FF2B5EF4-FFF2-40B4-BE49-F238E27FC236}">
                <a16:creationId xmlns:a16="http://schemas.microsoft.com/office/drawing/2014/main" id="{32F93AB8-9851-D80D-EB3A-18D6411F2E06}"/>
              </a:ext>
            </a:extLst>
          </p:cNvPr>
          <p:cNvCxnSpPr>
            <a:cxnSpLocks/>
            <a:stCxn id="41" idx="6"/>
            <a:endCxn id="16" idx="2"/>
          </p:cNvCxnSpPr>
          <p:nvPr/>
        </p:nvCxnSpPr>
        <p:spPr>
          <a:xfrm flipV="1">
            <a:off x="4438886" y="1631414"/>
            <a:ext cx="1661076" cy="3005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1" name="Gerade Verbindung mit Pfeil 70">
            <a:extLst>
              <a:ext uri="{FF2B5EF4-FFF2-40B4-BE49-F238E27FC236}">
                <a16:creationId xmlns:a16="http://schemas.microsoft.com/office/drawing/2014/main" id="{C9E9E57D-113F-65B6-DC2A-DD7D9DEC6FA0}"/>
              </a:ext>
            </a:extLst>
          </p:cNvPr>
          <p:cNvCxnSpPr>
            <a:cxnSpLocks/>
            <a:stCxn id="41" idx="6"/>
            <a:endCxn id="14" idx="2"/>
          </p:cNvCxnSpPr>
          <p:nvPr/>
        </p:nvCxnSpPr>
        <p:spPr>
          <a:xfrm flipV="1">
            <a:off x="4438886" y="2841914"/>
            <a:ext cx="1657114" cy="17949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4" name="Gerade Verbindung mit Pfeil 73">
            <a:extLst>
              <a:ext uri="{FF2B5EF4-FFF2-40B4-BE49-F238E27FC236}">
                <a16:creationId xmlns:a16="http://schemas.microsoft.com/office/drawing/2014/main" id="{C743590E-66AE-9CFC-0598-E64391F1D3FC}"/>
              </a:ext>
            </a:extLst>
          </p:cNvPr>
          <p:cNvCxnSpPr>
            <a:cxnSpLocks/>
            <a:stCxn id="41" idx="6"/>
            <a:endCxn id="4" idx="2"/>
          </p:cNvCxnSpPr>
          <p:nvPr/>
        </p:nvCxnSpPr>
        <p:spPr>
          <a:xfrm flipV="1">
            <a:off x="4438886" y="4052414"/>
            <a:ext cx="1657114" cy="584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7" name="Gerade Verbindung mit Pfeil 76">
            <a:extLst>
              <a:ext uri="{FF2B5EF4-FFF2-40B4-BE49-F238E27FC236}">
                <a16:creationId xmlns:a16="http://schemas.microsoft.com/office/drawing/2014/main" id="{7E995409-D3F1-8621-6FD9-8700CD266B6C}"/>
              </a:ext>
            </a:extLst>
          </p:cNvPr>
          <p:cNvCxnSpPr>
            <a:cxnSpLocks/>
            <a:stCxn id="41" idx="6"/>
            <a:endCxn id="8" idx="2"/>
          </p:cNvCxnSpPr>
          <p:nvPr/>
        </p:nvCxnSpPr>
        <p:spPr>
          <a:xfrm>
            <a:off x="4438886" y="4636893"/>
            <a:ext cx="1657114" cy="6260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84" name="Textfeld 83">
            <a:extLst>
              <a:ext uri="{FF2B5EF4-FFF2-40B4-BE49-F238E27FC236}">
                <a16:creationId xmlns:a16="http://schemas.microsoft.com/office/drawing/2014/main" id="{FBE2E860-4118-1ED2-2ED1-6826256685E8}"/>
              </a:ext>
            </a:extLst>
          </p:cNvPr>
          <p:cNvSpPr txBox="1"/>
          <p:nvPr/>
        </p:nvSpPr>
        <p:spPr>
          <a:xfrm>
            <a:off x="7242595" y="1246307"/>
            <a:ext cx="495649" cy="523220"/>
          </a:xfrm>
          <a:prstGeom prst="rect">
            <a:avLst/>
          </a:prstGeom>
          <a:noFill/>
        </p:spPr>
        <p:txBody>
          <a:bodyPr wrap="none" rtlCol="0">
            <a:spAutoFit/>
          </a:bodyPr>
          <a:lstStyle/>
          <a:p>
            <a:r>
              <a:rPr lang="de-DE" sz="2800" dirty="0"/>
              <a:t>h</a:t>
            </a:r>
            <a:r>
              <a:rPr lang="de-DE" sz="2800" baseline="-25000" dirty="0"/>
              <a:t>1</a:t>
            </a:r>
          </a:p>
        </p:txBody>
      </p:sp>
      <p:sp>
        <p:nvSpPr>
          <p:cNvPr id="85" name="Textfeld 84">
            <a:extLst>
              <a:ext uri="{FF2B5EF4-FFF2-40B4-BE49-F238E27FC236}">
                <a16:creationId xmlns:a16="http://schemas.microsoft.com/office/drawing/2014/main" id="{6C997BA1-6018-20A9-3C42-22AC302FCFE4}"/>
              </a:ext>
            </a:extLst>
          </p:cNvPr>
          <p:cNvSpPr txBox="1"/>
          <p:nvPr/>
        </p:nvSpPr>
        <p:spPr>
          <a:xfrm>
            <a:off x="7242594" y="2379913"/>
            <a:ext cx="495649" cy="523220"/>
          </a:xfrm>
          <a:prstGeom prst="rect">
            <a:avLst/>
          </a:prstGeom>
          <a:noFill/>
        </p:spPr>
        <p:txBody>
          <a:bodyPr wrap="none" rtlCol="0">
            <a:spAutoFit/>
          </a:bodyPr>
          <a:lstStyle/>
          <a:p>
            <a:r>
              <a:rPr lang="de-DE" sz="2800" dirty="0"/>
              <a:t>h</a:t>
            </a:r>
            <a:r>
              <a:rPr lang="de-DE" sz="2800" baseline="-25000" dirty="0"/>
              <a:t>2</a:t>
            </a:r>
          </a:p>
        </p:txBody>
      </p:sp>
      <p:sp>
        <p:nvSpPr>
          <p:cNvPr id="86" name="Textfeld 85">
            <a:extLst>
              <a:ext uri="{FF2B5EF4-FFF2-40B4-BE49-F238E27FC236}">
                <a16:creationId xmlns:a16="http://schemas.microsoft.com/office/drawing/2014/main" id="{1AD776AB-F492-5218-87F6-878AFB6FA4B3}"/>
              </a:ext>
            </a:extLst>
          </p:cNvPr>
          <p:cNvSpPr txBox="1"/>
          <p:nvPr/>
        </p:nvSpPr>
        <p:spPr>
          <a:xfrm>
            <a:off x="7245388" y="3405199"/>
            <a:ext cx="495649" cy="523220"/>
          </a:xfrm>
          <a:prstGeom prst="rect">
            <a:avLst/>
          </a:prstGeom>
          <a:noFill/>
        </p:spPr>
        <p:txBody>
          <a:bodyPr wrap="none" rtlCol="0">
            <a:spAutoFit/>
          </a:bodyPr>
          <a:lstStyle/>
          <a:p>
            <a:r>
              <a:rPr lang="de-DE" sz="2800" dirty="0"/>
              <a:t>h</a:t>
            </a:r>
            <a:r>
              <a:rPr lang="de-DE" sz="2800" baseline="-25000" dirty="0"/>
              <a:t>3</a:t>
            </a:r>
          </a:p>
        </p:txBody>
      </p:sp>
      <p:sp>
        <p:nvSpPr>
          <p:cNvPr id="87" name="Textfeld 86">
            <a:extLst>
              <a:ext uri="{FF2B5EF4-FFF2-40B4-BE49-F238E27FC236}">
                <a16:creationId xmlns:a16="http://schemas.microsoft.com/office/drawing/2014/main" id="{78019F48-BA36-69BE-87F0-BD2A4299C366}"/>
              </a:ext>
            </a:extLst>
          </p:cNvPr>
          <p:cNvSpPr txBox="1"/>
          <p:nvPr/>
        </p:nvSpPr>
        <p:spPr>
          <a:xfrm>
            <a:off x="7242593" y="4417988"/>
            <a:ext cx="495649" cy="523220"/>
          </a:xfrm>
          <a:prstGeom prst="rect">
            <a:avLst/>
          </a:prstGeom>
          <a:noFill/>
        </p:spPr>
        <p:txBody>
          <a:bodyPr wrap="none" rtlCol="0">
            <a:spAutoFit/>
          </a:bodyPr>
          <a:lstStyle/>
          <a:p>
            <a:r>
              <a:rPr lang="de-DE" sz="2800" dirty="0"/>
              <a:t>h</a:t>
            </a:r>
            <a:r>
              <a:rPr lang="de-DE" sz="2800" baseline="-25000" dirty="0"/>
              <a:t>4</a:t>
            </a:r>
          </a:p>
        </p:txBody>
      </p:sp>
    </p:spTree>
    <p:extLst>
      <p:ext uri="{BB962C8B-B14F-4D97-AF65-F5344CB8AC3E}">
        <p14:creationId xmlns:p14="http://schemas.microsoft.com/office/powerpoint/2010/main" val="3037020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B451-6C0B-5792-4AA9-CEFC3E4FD9F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5F42285F-8603-ACFF-D2CA-730BAB10D543}"/>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89F01A8C-0C6F-D9EA-BA29-458C1B9A05DB}"/>
              </a:ext>
            </a:extLst>
          </p:cNvPr>
          <p:cNvSpPr>
            <a:spLocks noGrp="1"/>
          </p:cNvSpPr>
          <p:nvPr>
            <p:ph type="sldNum" sz="quarter" idx="12"/>
          </p:nvPr>
        </p:nvSpPr>
        <p:spPr/>
        <p:txBody>
          <a:bodyPr/>
          <a:lstStyle/>
          <a:p>
            <a:fld id="{341CD41A-C668-429A-AD07-4F84BBC3B3E7}" type="slidenum">
              <a:rPr lang="de-DE" smtClean="0"/>
              <a:pPr/>
              <a:t>12</a:t>
            </a:fld>
            <a:endParaRPr lang="de-DE"/>
          </a:p>
        </p:txBody>
      </p:sp>
      <p:sp>
        <p:nvSpPr>
          <p:cNvPr id="5" name="Titel 4">
            <a:extLst>
              <a:ext uri="{FF2B5EF4-FFF2-40B4-BE49-F238E27FC236}">
                <a16:creationId xmlns:a16="http://schemas.microsoft.com/office/drawing/2014/main" id="{311FA46E-9D83-BAD1-38C0-B2536E4A63E3}"/>
              </a:ext>
            </a:extLst>
          </p:cNvPr>
          <p:cNvSpPr>
            <a:spLocks noGrp="1"/>
          </p:cNvSpPr>
          <p:nvPr>
            <p:ph type="title"/>
          </p:nvPr>
        </p:nvSpPr>
        <p:spPr>
          <a:xfrm>
            <a:off x="390938" y="309634"/>
            <a:ext cx="11410124" cy="369332"/>
          </a:xfrm>
        </p:spPr>
        <p:txBody>
          <a:bodyPr/>
          <a:lstStyle/>
          <a:p>
            <a:r>
              <a:rPr lang="de-DE" dirty="0"/>
              <a:t>Problemstellung berechnen mit einem Single-Layer-Neural-Network</a:t>
            </a:r>
          </a:p>
        </p:txBody>
      </p:sp>
      <p:sp>
        <p:nvSpPr>
          <p:cNvPr id="6" name="Fußzeilenplatzhalter 5">
            <a:extLst>
              <a:ext uri="{FF2B5EF4-FFF2-40B4-BE49-F238E27FC236}">
                <a16:creationId xmlns:a16="http://schemas.microsoft.com/office/drawing/2014/main" id="{ABF01C05-2ECD-743F-B231-241E5BB36758}"/>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AF7CA323-CBCB-DD1F-FE2D-3533522988AC}"/>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51101E39-8F5F-0E72-62FB-35DEEE095E15}"/>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D3A5ABD7-E190-AAE8-564E-8E4E0DD5E514}"/>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40756834-B9AD-067B-1CD3-AD9FD848B0C5}"/>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13EC34B4-2B53-AEF6-911A-9FC31389ACBC}"/>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
        <p:nvSpPr>
          <p:cNvPr id="24" name="Textfeld 23">
            <a:extLst>
              <a:ext uri="{FF2B5EF4-FFF2-40B4-BE49-F238E27FC236}">
                <a16:creationId xmlns:a16="http://schemas.microsoft.com/office/drawing/2014/main" id="{2FE3FF92-7414-3544-15F3-D111A438D6E0}"/>
              </a:ext>
            </a:extLst>
          </p:cNvPr>
          <p:cNvSpPr txBox="1"/>
          <p:nvPr/>
        </p:nvSpPr>
        <p:spPr>
          <a:xfrm>
            <a:off x="2763686" y="1939839"/>
            <a:ext cx="388248" cy="523220"/>
          </a:xfrm>
          <a:prstGeom prst="rect">
            <a:avLst/>
          </a:prstGeom>
          <a:noFill/>
          <a:ln>
            <a:noFill/>
          </a:ln>
        </p:spPr>
        <p:txBody>
          <a:bodyPr wrap="none" rtlCol="0">
            <a:spAutoFit/>
          </a:bodyPr>
          <a:lstStyle/>
          <a:p>
            <a:r>
              <a:rPr lang="de-DE" sz="2800" dirty="0">
                <a:solidFill>
                  <a:srgbClr val="C00000"/>
                </a:solidFill>
              </a:rPr>
              <a:t>i</a:t>
            </a:r>
            <a:r>
              <a:rPr lang="de-DE" sz="2800" baseline="-25000" dirty="0">
                <a:solidFill>
                  <a:srgbClr val="C00000"/>
                </a:solidFill>
              </a:rPr>
              <a:t>1</a:t>
            </a:r>
          </a:p>
        </p:txBody>
      </p:sp>
      <p:sp>
        <p:nvSpPr>
          <p:cNvPr id="25" name="Textfeld 24">
            <a:extLst>
              <a:ext uri="{FF2B5EF4-FFF2-40B4-BE49-F238E27FC236}">
                <a16:creationId xmlns:a16="http://schemas.microsoft.com/office/drawing/2014/main" id="{8BEDEE05-BD5A-E2A5-83F0-6AFAC1628F3B}"/>
              </a:ext>
            </a:extLst>
          </p:cNvPr>
          <p:cNvSpPr txBox="1"/>
          <p:nvPr/>
        </p:nvSpPr>
        <p:spPr>
          <a:xfrm>
            <a:off x="2763686" y="3135286"/>
            <a:ext cx="388248" cy="523220"/>
          </a:xfrm>
          <a:prstGeom prst="rect">
            <a:avLst/>
          </a:prstGeom>
          <a:noFill/>
          <a:ln>
            <a:noFill/>
          </a:ln>
        </p:spPr>
        <p:txBody>
          <a:bodyPr wrap="none" rtlCol="0">
            <a:spAutoFit/>
          </a:bodyPr>
          <a:lstStyle/>
          <a:p>
            <a:r>
              <a:rPr lang="de-DE" sz="2800" dirty="0">
                <a:solidFill>
                  <a:srgbClr val="C00000"/>
                </a:solidFill>
              </a:rPr>
              <a:t>i</a:t>
            </a:r>
            <a:r>
              <a:rPr lang="de-DE" sz="2800" baseline="-25000" dirty="0">
                <a:solidFill>
                  <a:srgbClr val="C00000"/>
                </a:solidFill>
              </a:rPr>
              <a:t>2</a:t>
            </a:r>
          </a:p>
        </p:txBody>
      </p:sp>
      <p:sp>
        <p:nvSpPr>
          <p:cNvPr id="26" name="Textfeld 25">
            <a:extLst>
              <a:ext uri="{FF2B5EF4-FFF2-40B4-BE49-F238E27FC236}">
                <a16:creationId xmlns:a16="http://schemas.microsoft.com/office/drawing/2014/main" id="{58BFA7DA-7369-C2FE-22A7-CB32D87345CC}"/>
              </a:ext>
            </a:extLst>
          </p:cNvPr>
          <p:cNvSpPr txBox="1"/>
          <p:nvPr/>
        </p:nvSpPr>
        <p:spPr>
          <a:xfrm>
            <a:off x="2763686" y="4298311"/>
            <a:ext cx="388248" cy="523220"/>
          </a:xfrm>
          <a:prstGeom prst="rect">
            <a:avLst/>
          </a:prstGeom>
          <a:noFill/>
          <a:ln>
            <a:noFill/>
          </a:ln>
        </p:spPr>
        <p:txBody>
          <a:bodyPr wrap="none" rtlCol="0">
            <a:spAutoFit/>
          </a:bodyPr>
          <a:lstStyle/>
          <a:p>
            <a:r>
              <a:rPr lang="de-DE" sz="2800" dirty="0">
                <a:solidFill>
                  <a:srgbClr val="C00000"/>
                </a:solidFill>
              </a:rPr>
              <a:t>i</a:t>
            </a:r>
            <a:r>
              <a:rPr lang="de-DE" sz="2800" baseline="-25000" dirty="0">
                <a:solidFill>
                  <a:srgbClr val="C00000"/>
                </a:solidFill>
              </a:rPr>
              <a:t>3</a:t>
            </a:r>
          </a:p>
        </p:txBody>
      </p:sp>
      <p:sp>
        <p:nvSpPr>
          <p:cNvPr id="27" name="Textfeld 26">
            <a:extLst>
              <a:ext uri="{FF2B5EF4-FFF2-40B4-BE49-F238E27FC236}">
                <a16:creationId xmlns:a16="http://schemas.microsoft.com/office/drawing/2014/main" id="{E6FD81AA-FAD3-4379-13A8-9E95B6EFD29A}"/>
              </a:ext>
            </a:extLst>
          </p:cNvPr>
          <p:cNvSpPr txBox="1"/>
          <p:nvPr/>
        </p:nvSpPr>
        <p:spPr>
          <a:xfrm>
            <a:off x="10734395" y="3135286"/>
            <a:ext cx="373820" cy="523220"/>
          </a:xfrm>
          <a:prstGeom prst="rect">
            <a:avLst/>
          </a:prstGeom>
          <a:noFill/>
        </p:spPr>
        <p:txBody>
          <a:bodyPr wrap="none" rtlCol="0">
            <a:spAutoFit/>
          </a:bodyPr>
          <a:lstStyle/>
          <a:p>
            <a:r>
              <a:rPr lang="de-DE" sz="2800" dirty="0"/>
              <a:t>o</a:t>
            </a:r>
            <a:endParaRPr lang="de-DE" sz="2800" baseline="-25000" dirty="0"/>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348F9377-67A4-9216-5476-0A260D3DF24C}"/>
                  </a:ext>
                </a:extLst>
              </p:cNvPr>
              <p:cNvSpPr txBox="1"/>
              <p:nvPr/>
            </p:nvSpPr>
            <p:spPr>
              <a:xfrm>
                <a:off x="6017668" y="5912849"/>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h</m:t>
                          </m:r>
                        </m:e>
                        <m:sub>
                          <m:r>
                            <a:rPr lang="de-DE" sz="2400" b="0" i="1" smtClean="0">
                              <a:solidFill>
                                <a:srgbClr val="C00000"/>
                              </a:solidFill>
                              <a:latin typeface="Cambria Math" panose="02040503050406030204" pitchFamily="18" charset="0"/>
                            </a:rPr>
                            <m:t>1</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𝑤</m:t>
                          </m:r>
                        </m:e>
                        <m:sub>
                          <m:r>
                            <a:rPr lang="de-DE" sz="2400" b="0" i="1" smtClean="0">
                              <a:solidFill>
                                <a:srgbClr val="C00000"/>
                              </a:solidFill>
                              <a:latin typeface="Cambria Math" panose="02040503050406030204" pitchFamily="18" charset="0"/>
                            </a:rPr>
                            <m:t>11</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𝑖</m:t>
                          </m:r>
                        </m:e>
                        <m:sub>
                          <m:r>
                            <a:rPr lang="de-DE" sz="2400" b="0" i="1" smtClean="0">
                              <a:solidFill>
                                <a:srgbClr val="C00000"/>
                              </a:solidFill>
                              <a:latin typeface="Cambria Math" panose="02040503050406030204" pitchFamily="18" charset="0"/>
                            </a:rPr>
                            <m:t>1</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𝑤</m:t>
                          </m:r>
                        </m:e>
                        <m:sub>
                          <m:r>
                            <a:rPr lang="de-DE" sz="2400" b="0" i="1" smtClean="0">
                              <a:solidFill>
                                <a:srgbClr val="C00000"/>
                              </a:solidFill>
                              <a:latin typeface="Cambria Math" panose="02040503050406030204" pitchFamily="18" charset="0"/>
                            </a:rPr>
                            <m:t>21</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𝑖</m:t>
                          </m:r>
                        </m:e>
                        <m:sub>
                          <m:r>
                            <a:rPr lang="de-DE" sz="2400" b="0" i="1" smtClean="0">
                              <a:solidFill>
                                <a:srgbClr val="C00000"/>
                              </a:solidFill>
                              <a:latin typeface="Cambria Math" panose="02040503050406030204" pitchFamily="18" charset="0"/>
                            </a:rPr>
                            <m:t>2</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𝑤</m:t>
                          </m:r>
                        </m:e>
                        <m:sub>
                          <m:r>
                            <a:rPr lang="de-DE" sz="2400" b="0" i="1" smtClean="0">
                              <a:solidFill>
                                <a:srgbClr val="C00000"/>
                              </a:solidFill>
                              <a:latin typeface="Cambria Math" panose="02040503050406030204" pitchFamily="18" charset="0"/>
                            </a:rPr>
                            <m:t>31</m:t>
                          </m:r>
                        </m:sub>
                      </m:sSub>
                      <m:r>
                        <a:rPr lang="de-DE" sz="2400" b="0" i="1" smtClean="0">
                          <a:solidFill>
                            <a:srgbClr val="C00000"/>
                          </a:solidFill>
                          <a:latin typeface="Cambria Math" panose="02040503050406030204" pitchFamily="18" charset="0"/>
                        </a:rPr>
                        <m:t>⋅</m:t>
                      </m:r>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𝑖</m:t>
                          </m:r>
                        </m:e>
                        <m:sub>
                          <m:r>
                            <a:rPr lang="de-DE" sz="2400" b="0" i="1" smtClean="0">
                              <a:solidFill>
                                <a:srgbClr val="C00000"/>
                              </a:solidFill>
                              <a:latin typeface="Cambria Math" panose="02040503050406030204" pitchFamily="18" charset="0"/>
                            </a:rPr>
                            <m:t>3</m:t>
                          </m:r>
                        </m:sub>
                      </m:sSub>
                    </m:oMath>
                  </m:oMathPara>
                </a14:m>
                <a:endParaRPr lang="de-DE" dirty="0">
                  <a:solidFill>
                    <a:srgbClr val="C00000"/>
                  </a:solidFill>
                </a:endParaRPr>
              </a:p>
            </p:txBody>
          </p:sp>
        </mc:Choice>
        <mc:Fallback xmlns="">
          <p:sp>
            <p:nvSpPr>
              <p:cNvPr id="31" name="Textfeld 30">
                <a:extLst>
                  <a:ext uri="{FF2B5EF4-FFF2-40B4-BE49-F238E27FC236}">
                    <a16:creationId xmlns:a16="http://schemas.microsoft.com/office/drawing/2014/main" id="{348F9377-67A4-9216-5476-0A260D3DF24C}"/>
                  </a:ext>
                </a:extLst>
              </p:cNvPr>
              <p:cNvSpPr txBox="1">
                <a:spLocks noRot="1" noChangeAspect="1" noMove="1" noResize="1" noEditPoints="1" noAdjustHandles="1" noChangeArrowheads="1" noChangeShapeType="1" noTextEdit="1"/>
              </p:cNvSpPr>
              <p:nvPr/>
            </p:nvSpPr>
            <p:spPr>
              <a:xfrm>
                <a:off x="6017668" y="5912849"/>
                <a:ext cx="4539640" cy="461665"/>
              </a:xfrm>
              <a:prstGeom prst="rect">
                <a:avLst/>
              </a:prstGeom>
              <a:blipFill>
                <a:blip r:embed="rId2"/>
                <a:stretch>
                  <a:fillRect/>
                </a:stretch>
              </a:blipFill>
            </p:spPr>
            <p:txBody>
              <a:bodyPr/>
              <a:lstStyle/>
              <a:p>
                <a:r>
                  <a:rPr lang="de-DE">
                    <a:noFill/>
                  </a:rPr>
                  <a:t> </a:t>
                </a:r>
              </a:p>
            </p:txBody>
          </p:sp>
        </mc:Fallback>
      </mc:AlternateContent>
      <p:sp>
        <p:nvSpPr>
          <p:cNvPr id="7" name="Neuron i1">
            <a:extLst>
              <a:ext uri="{FF2B5EF4-FFF2-40B4-BE49-F238E27FC236}">
                <a16:creationId xmlns:a16="http://schemas.microsoft.com/office/drawing/2014/main" id="{315F6C1B-C4A4-AECE-9448-3C4EC7B27529}"/>
              </a:ext>
            </a:extLst>
          </p:cNvPr>
          <p:cNvSpPr/>
          <p:nvPr/>
        </p:nvSpPr>
        <p:spPr>
          <a:xfrm>
            <a:off x="3358886" y="1681107"/>
            <a:ext cx="1080000" cy="1080000"/>
          </a:xfrm>
          <a:prstGeom prst="ellipse">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sp>
        <p:nvSpPr>
          <p:cNvPr id="40" name="Neuron i2">
            <a:extLst>
              <a:ext uri="{FF2B5EF4-FFF2-40B4-BE49-F238E27FC236}">
                <a16:creationId xmlns:a16="http://schemas.microsoft.com/office/drawing/2014/main" id="{43B04B31-9F4E-5C06-5CB5-677ED6471574}"/>
              </a:ext>
            </a:extLst>
          </p:cNvPr>
          <p:cNvSpPr/>
          <p:nvPr/>
        </p:nvSpPr>
        <p:spPr>
          <a:xfrm>
            <a:off x="3351559" y="2889000"/>
            <a:ext cx="1080000" cy="1080000"/>
          </a:xfrm>
          <a:prstGeom prst="ellipse">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sp>
        <p:nvSpPr>
          <p:cNvPr id="41" name="Neuron i3">
            <a:extLst>
              <a:ext uri="{FF2B5EF4-FFF2-40B4-BE49-F238E27FC236}">
                <a16:creationId xmlns:a16="http://schemas.microsoft.com/office/drawing/2014/main" id="{97DB77BA-CE5C-6D89-126B-D96A6CBC9AA8}"/>
              </a:ext>
            </a:extLst>
          </p:cNvPr>
          <p:cNvSpPr/>
          <p:nvPr/>
        </p:nvSpPr>
        <p:spPr>
          <a:xfrm>
            <a:off x="3358886" y="4096893"/>
            <a:ext cx="1080000" cy="1080000"/>
          </a:xfrm>
          <a:prstGeom prst="ellipse">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cxnSp>
        <p:nvCxnSpPr>
          <p:cNvPr id="53" name="Pfeil w12">
            <a:extLst>
              <a:ext uri="{FF2B5EF4-FFF2-40B4-BE49-F238E27FC236}">
                <a16:creationId xmlns:a16="http://schemas.microsoft.com/office/drawing/2014/main" id="{C18865A8-4014-33B3-F25E-242646CD7C88}"/>
              </a:ext>
            </a:extLst>
          </p:cNvPr>
          <p:cNvCxnSpPr>
            <a:cxnSpLocks/>
            <a:stCxn id="7" idx="6"/>
            <a:endCxn id="14" idx="2"/>
          </p:cNvCxnSpPr>
          <p:nvPr/>
        </p:nvCxnSpPr>
        <p:spPr>
          <a:xfrm>
            <a:off x="4438886" y="2221107"/>
            <a:ext cx="1657114" cy="620807"/>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56" name="Pfeil w13">
            <a:extLst>
              <a:ext uri="{FF2B5EF4-FFF2-40B4-BE49-F238E27FC236}">
                <a16:creationId xmlns:a16="http://schemas.microsoft.com/office/drawing/2014/main" id="{680482DA-7103-5450-815F-6C3886E78143}"/>
              </a:ext>
            </a:extLst>
          </p:cNvPr>
          <p:cNvCxnSpPr>
            <a:cxnSpLocks/>
            <a:stCxn id="7" idx="6"/>
            <a:endCxn id="4" idx="2"/>
          </p:cNvCxnSpPr>
          <p:nvPr/>
        </p:nvCxnSpPr>
        <p:spPr>
          <a:xfrm>
            <a:off x="4438886" y="2221107"/>
            <a:ext cx="1657114" cy="1831307"/>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59" name="Pfeil w14">
            <a:extLst>
              <a:ext uri="{FF2B5EF4-FFF2-40B4-BE49-F238E27FC236}">
                <a16:creationId xmlns:a16="http://schemas.microsoft.com/office/drawing/2014/main" id="{D27B9CA5-D4B8-B8DD-D18E-2197E847B9B6}"/>
              </a:ext>
            </a:extLst>
          </p:cNvPr>
          <p:cNvCxnSpPr>
            <a:cxnSpLocks/>
            <a:stCxn id="7" idx="6"/>
            <a:endCxn id="8" idx="2"/>
          </p:cNvCxnSpPr>
          <p:nvPr/>
        </p:nvCxnSpPr>
        <p:spPr>
          <a:xfrm>
            <a:off x="4438886" y="2221107"/>
            <a:ext cx="1657114" cy="3041807"/>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47" name="Pfeil w22">
            <a:extLst>
              <a:ext uri="{FF2B5EF4-FFF2-40B4-BE49-F238E27FC236}">
                <a16:creationId xmlns:a16="http://schemas.microsoft.com/office/drawing/2014/main" id="{E6DD5C70-4C3B-6B5D-5FBD-26F80D639095}"/>
              </a:ext>
            </a:extLst>
          </p:cNvPr>
          <p:cNvCxnSpPr>
            <a:cxnSpLocks/>
            <a:stCxn id="40" idx="6"/>
            <a:endCxn id="14" idx="2"/>
          </p:cNvCxnSpPr>
          <p:nvPr/>
        </p:nvCxnSpPr>
        <p:spPr>
          <a:xfrm flipV="1">
            <a:off x="4431559" y="2841914"/>
            <a:ext cx="1664441" cy="587086"/>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50" name="Pfeil w23">
            <a:extLst>
              <a:ext uri="{FF2B5EF4-FFF2-40B4-BE49-F238E27FC236}">
                <a16:creationId xmlns:a16="http://schemas.microsoft.com/office/drawing/2014/main" id="{A69C51C8-F6D3-DBFD-3C09-479042D7B1E4}"/>
              </a:ext>
            </a:extLst>
          </p:cNvPr>
          <p:cNvCxnSpPr>
            <a:cxnSpLocks/>
            <a:stCxn id="40" idx="6"/>
            <a:endCxn id="4" idx="2"/>
          </p:cNvCxnSpPr>
          <p:nvPr/>
        </p:nvCxnSpPr>
        <p:spPr>
          <a:xfrm>
            <a:off x="4431559" y="3429000"/>
            <a:ext cx="1664441" cy="623414"/>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65" name="Pfeil w24">
            <a:extLst>
              <a:ext uri="{FF2B5EF4-FFF2-40B4-BE49-F238E27FC236}">
                <a16:creationId xmlns:a16="http://schemas.microsoft.com/office/drawing/2014/main" id="{747B171C-CA36-3C53-CCC1-880DC353D3DA}"/>
              </a:ext>
            </a:extLst>
          </p:cNvPr>
          <p:cNvCxnSpPr>
            <a:cxnSpLocks/>
            <a:stCxn id="40" idx="6"/>
            <a:endCxn id="8" idx="2"/>
          </p:cNvCxnSpPr>
          <p:nvPr/>
        </p:nvCxnSpPr>
        <p:spPr>
          <a:xfrm>
            <a:off x="4431559" y="3429000"/>
            <a:ext cx="1664441" cy="1833914"/>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71" name="Pfeil w32">
            <a:extLst>
              <a:ext uri="{FF2B5EF4-FFF2-40B4-BE49-F238E27FC236}">
                <a16:creationId xmlns:a16="http://schemas.microsoft.com/office/drawing/2014/main" id="{6442B8E2-6A27-8D6E-BA33-71CCCC6CFECD}"/>
              </a:ext>
            </a:extLst>
          </p:cNvPr>
          <p:cNvCxnSpPr>
            <a:cxnSpLocks/>
            <a:stCxn id="41" idx="6"/>
            <a:endCxn id="14" idx="2"/>
          </p:cNvCxnSpPr>
          <p:nvPr/>
        </p:nvCxnSpPr>
        <p:spPr>
          <a:xfrm flipV="1">
            <a:off x="4438886" y="2841914"/>
            <a:ext cx="1657114" cy="1794979"/>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74" name="Pfeil w33">
            <a:extLst>
              <a:ext uri="{FF2B5EF4-FFF2-40B4-BE49-F238E27FC236}">
                <a16:creationId xmlns:a16="http://schemas.microsoft.com/office/drawing/2014/main" id="{81741656-CF7D-39F5-BE47-3AD08F91596A}"/>
              </a:ext>
            </a:extLst>
          </p:cNvPr>
          <p:cNvCxnSpPr>
            <a:cxnSpLocks/>
            <a:stCxn id="41" idx="6"/>
            <a:endCxn id="4" idx="2"/>
          </p:cNvCxnSpPr>
          <p:nvPr/>
        </p:nvCxnSpPr>
        <p:spPr>
          <a:xfrm flipV="1">
            <a:off x="4438886" y="4052414"/>
            <a:ext cx="1657114" cy="584479"/>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77" name="Pfeil w34">
            <a:extLst>
              <a:ext uri="{FF2B5EF4-FFF2-40B4-BE49-F238E27FC236}">
                <a16:creationId xmlns:a16="http://schemas.microsoft.com/office/drawing/2014/main" id="{E289434C-0ED4-B029-092C-B8196D3BC0C2}"/>
              </a:ext>
            </a:extLst>
          </p:cNvPr>
          <p:cNvCxnSpPr>
            <a:cxnSpLocks/>
            <a:stCxn id="41" idx="6"/>
            <a:endCxn id="8" idx="2"/>
          </p:cNvCxnSpPr>
          <p:nvPr/>
        </p:nvCxnSpPr>
        <p:spPr>
          <a:xfrm>
            <a:off x="4438886" y="4636893"/>
            <a:ext cx="1657114" cy="626021"/>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44" name="Pfeil w31">
            <a:extLst>
              <a:ext uri="{FF2B5EF4-FFF2-40B4-BE49-F238E27FC236}">
                <a16:creationId xmlns:a16="http://schemas.microsoft.com/office/drawing/2014/main" id="{78B245B4-2980-FB26-3591-8E79E67620E5}"/>
              </a:ext>
            </a:extLst>
          </p:cNvPr>
          <p:cNvCxnSpPr>
            <a:cxnSpLocks/>
            <a:stCxn id="7" idx="6"/>
            <a:endCxn id="16" idx="2"/>
          </p:cNvCxnSpPr>
          <p:nvPr/>
        </p:nvCxnSpPr>
        <p:spPr>
          <a:xfrm flipV="1">
            <a:off x="4438886" y="1631414"/>
            <a:ext cx="1661076" cy="589693"/>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2" name="Pfeil w21">
            <a:extLst>
              <a:ext uri="{FF2B5EF4-FFF2-40B4-BE49-F238E27FC236}">
                <a16:creationId xmlns:a16="http://schemas.microsoft.com/office/drawing/2014/main" id="{3C85A12B-A565-AD13-B5AD-5C05BE585E27}"/>
              </a:ext>
            </a:extLst>
          </p:cNvPr>
          <p:cNvCxnSpPr>
            <a:cxnSpLocks/>
            <a:stCxn id="40" idx="6"/>
            <a:endCxn id="16" idx="2"/>
          </p:cNvCxnSpPr>
          <p:nvPr/>
        </p:nvCxnSpPr>
        <p:spPr>
          <a:xfrm flipV="1">
            <a:off x="4431559" y="1631414"/>
            <a:ext cx="1668403" cy="1797586"/>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8" name="Pfeil w11">
            <a:extLst>
              <a:ext uri="{FF2B5EF4-FFF2-40B4-BE49-F238E27FC236}">
                <a16:creationId xmlns:a16="http://schemas.microsoft.com/office/drawing/2014/main" id="{A3D4E3D0-35E6-262D-851D-C28791E9F830}"/>
              </a:ext>
            </a:extLst>
          </p:cNvPr>
          <p:cNvCxnSpPr>
            <a:cxnSpLocks/>
            <a:stCxn id="41" idx="6"/>
            <a:endCxn id="16" idx="2"/>
          </p:cNvCxnSpPr>
          <p:nvPr/>
        </p:nvCxnSpPr>
        <p:spPr>
          <a:xfrm flipV="1">
            <a:off x="4438886" y="1631414"/>
            <a:ext cx="1661076" cy="300547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16" name="Neuron h1">
            <a:extLst>
              <a:ext uri="{FF2B5EF4-FFF2-40B4-BE49-F238E27FC236}">
                <a16:creationId xmlns:a16="http://schemas.microsoft.com/office/drawing/2014/main" id="{960307CE-689F-A134-9FDC-A95A9EEAA099}"/>
              </a:ext>
            </a:extLst>
          </p:cNvPr>
          <p:cNvSpPr/>
          <p:nvPr/>
        </p:nvSpPr>
        <p:spPr>
          <a:xfrm>
            <a:off x="6099962" y="1091414"/>
            <a:ext cx="1080000" cy="1080000"/>
          </a:xfrm>
          <a:prstGeom prst="ellipse">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Neuron h2">
            <a:extLst>
              <a:ext uri="{FF2B5EF4-FFF2-40B4-BE49-F238E27FC236}">
                <a16:creationId xmlns:a16="http://schemas.microsoft.com/office/drawing/2014/main" id="{6C45C728-601F-792B-D289-A768C6F0D23D}"/>
              </a:ext>
            </a:extLst>
          </p:cNvPr>
          <p:cNvSpPr/>
          <p:nvPr/>
        </p:nvSpPr>
        <p:spPr>
          <a:xfrm>
            <a:off x="6096000" y="2301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4" name="Neuron h3">
            <a:extLst>
              <a:ext uri="{FF2B5EF4-FFF2-40B4-BE49-F238E27FC236}">
                <a16:creationId xmlns:a16="http://schemas.microsoft.com/office/drawing/2014/main" id="{4B422E42-8C60-D0ED-EBFA-2AF3EE40E773}"/>
              </a:ext>
            </a:extLst>
          </p:cNvPr>
          <p:cNvSpPr/>
          <p:nvPr/>
        </p:nvSpPr>
        <p:spPr>
          <a:xfrm>
            <a:off x="6096000" y="3512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Neuron h4">
            <a:extLst>
              <a:ext uri="{FF2B5EF4-FFF2-40B4-BE49-F238E27FC236}">
                <a16:creationId xmlns:a16="http://schemas.microsoft.com/office/drawing/2014/main" id="{8F56DAE2-B0F3-5BC6-4FBB-BF3AA809DF13}"/>
              </a:ext>
            </a:extLst>
          </p:cNvPr>
          <p:cNvSpPr/>
          <p:nvPr/>
        </p:nvSpPr>
        <p:spPr>
          <a:xfrm>
            <a:off x="6096000" y="4722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6" name="Pfeil ho w11">
            <a:extLst>
              <a:ext uri="{FF2B5EF4-FFF2-40B4-BE49-F238E27FC236}">
                <a16:creationId xmlns:a16="http://schemas.microsoft.com/office/drawing/2014/main" id="{0A2AFE0C-C188-F3CF-8C61-047BB9F98AA5}"/>
              </a:ext>
            </a:extLst>
          </p:cNvPr>
          <p:cNvCxnSpPr>
            <a:cxnSpLocks/>
            <a:stCxn id="16" idx="6"/>
            <a:endCxn id="15" idx="2"/>
          </p:cNvCxnSpPr>
          <p:nvPr/>
        </p:nvCxnSpPr>
        <p:spPr>
          <a:xfrm>
            <a:off x="7179962" y="1631414"/>
            <a:ext cx="2276416" cy="18436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Pfeil ho w21">
            <a:extLst>
              <a:ext uri="{FF2B5EF4-FFF2-40B4-BE49-F238E27FC236}">
                <a16:creationId xmlns:a16="http://schemas.microsoft.com/office/drawing/2014/main" id="{765F263F-49C4-6E9A-DE26-9B8F0569C340}"/>
              </a:ext>
            </a:extLst>
          </p:cNvPr>
          <p:cNvCxnSpPr>
            <a:cxnSpLocks/>
            <a:stCxn id="14" idx="6"/>
            <a:endCxn id="15" idx="2"/>
          </p:cNvCxnSpPr>
          <p:nvPr/>
        </p:nvCxnSpPr>
        <p:spPr>
          <a:xfrm>
            <a:off x="7176000" y="2841914"/>
            <a:ext cx="2280378" cy="6331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Pfeil ho w31">
            <a:extLst>
              <a:ext uri="{FF2B5EF4-FFF2-40B4-BE49-F238E27FC236}">
                <a16:creationId xmlns:a16="http://schemas.microsoft.com/office/drawing/2014/main" id="{DDF182C1-FF93-A785-0D9F-323522425BF7}"/>
              </a:ext>
            </a:extLst>
          </p:cNvPr>
          <p:cNvCxnSpPr>
            <a:cxnSpLocks/>
            <a:stCxn id="4" idx="6"/>
            <a:endCxn id="15" idx="2"/>
          </p:cNvCxnSpPr>
          <p:nvPr/>
        </p:nvCxnSpPr>
        <p:spPr>
          <a:xfrm flipV="1">
            <a:off x="7176000" y="3475090"/>
            <a:ext cx="2280378" cy="5773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Pfeil ho w41">
            <a:extLst>
              <a:ext uri="{FF2B5EF4-FFF2-40B4-BE49-F238E27FC236}">
                <a16:creationId xmlns:a16="http://schemas.microsoft.com/office/drawing/2014/main" id="{0717F4B2-6765-EEEB-3BC3-9E19E24280BD}"/>
              </a:ext>
            </a:extLst>
          </p:cNvPr>
          <p:cNvCxnSpPr>
            <a:cxnSpLocks/>
            <a:stCxn id="8" idx="6"/>
            <a:endCxn id="15" idx="2"/>
          </p:cNvCxnSpPr>
          <p:nvPr/>
        </p:nvCxnSpPr>
        <p:spPr>
          <a:xfrm flipV="1">
            <a:off x="7176000" y="3475090"/>
            <a:ext cx="2280378" cy="17878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5" name="Neuron o">
            <a:extLst>
              <a:ext uri="{FF2B5EF4-FFF2-40B4-BE49-F238E27FC236}">
                <a16:creationId xmlns:a16="http://schemas.microsoft.com/office/drawing/2014/main" id="{1BC6C845-9C6E-0DF8-6B69-7A3856F9C696}"/>
              </a:ext>
            </a:extLst>
          </p:cNvPr>
          <p:cNvSpPr/>
          <p:nvPr/>
        </p:nvSpPr>
        <p:spPr>
          <a:xfrm>
            <a:off x="9456378" y="293509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8" name="Textfeld 17">
            <a:extLst>
              <a:ext uri="{FF2B5EF4-FFF2-40B4-BE49-F238E27FC236}">
                <a16:creationId xmlns:a16="http://schemas.microsoft.com/office/drawing/2014/main" id="{986FEE60-5331-B727-E68F-0C0FED16BB0F}"/>
              </a:ext>
            </a:extLst>
          </p:cNvPr>
          <p:cNvSpPr txBox="1"/>
          <p:nvPr/>
        </p:nvSpPr>
        <p:spPr>
          <a:xfrm>
            <a:off x="7242595" y="1246307"/>
            <a:ext cx="495649" cy="523220"/>
          </a:xfrm>
          <a:prstGeom prst="rect">
            <a:avLst/>
          </a:prstGeom>
          <a:noFill/>
        </p:spPr>
        <p:txBody>
          <a:bodyPr wrap="none" rtlCol="0">
            <a:spAutoFit/>
          </a:bodyPr>
          <a:lstStyle/>
          <a:p>
            <a:r>
              <a:rPr lang="de-DE" sz="2800" dirty="0">
                <a:solidFill>
                  <a:srgbClr val="C00000"/>
                </a:solidFill>
              </a:rPr>
              <a:t>h</a:t>
            </a:r>
            <a:r>
              <a:rPr lang="de-DE" sz="2800" baseline="-25000" dirty="0">
                <a:solidFill>
                  <a:srgbClr val="C00000"/>
                </a:solidFill>
              </a:rPr>
              <a:t>1</a:t>
            </a:r>
          </a:p>
        </p:txBody>
      </p:sp>
      <p:sp>
        <p:nvSpPr>
          <p:cNvPr id="20" name="Textfeld 19">
            <a:extLst>
              <a:ext uri="{FF2B5EF4-FFF2-40B4-BE49-F238E27FC236}">
                <a16:creationId xmlns:a16="http://schemas.microsoft.com/office/drawing/2014/main" id="{91C79874-534E-7405-47B7-42081841AEEA}"/>
              </a:ext>
            </a:extLst>
          </p:cNvPr>
          <p:cNvSpPr txBox="1"/>
          <p:nvPr/>
        </p:nvSpPr>
        <p:spPr>
          <a:xfrm>
            <a:off x="7242594" y="2379913"/>
            <a:ext cx="495649" cy="523220"/>
          </a:xfrm>
          <a:prstGeom prst="rect">
            <a:avLst/>
          </a:prstGeom>
          <a:noFill/>
        </p:spPr>
        <p:txBody>
          <a:bodyPr wrap="none" rtlCol="0">
            <a:spAutoFit/>
          </a:bodyPr>
          <a:lstStyle/>
          <a:p>
            <a:r>
              <a:rPr lang="de-DE" sz="2800" dirty="0"/>
              <a:t>h</a:t>
            </a:r>
            <a:r>
              <a:rPr lang="de-DE" sz="2800" baseline="-25000" dirty="0"/>
              <a:t>2</a:t>
            </a:r>
          </a:p>
        </p:txBody>
      </p:sp>
      <p:sp>
        <p:nvSpPr>
          <p:cNvPr id="22" name="Textfeld 21">
            <a:extLst>
              <a:ext uri="{FF2B5EF4-FFF2-40B4-BE49-F238E27FC236}">
                <a16:creationId xmlns:a16="http://schemas.microsoft.com/office/drawing/2014/main" id="{D5A1FC8B-FDD3-ED74-82ED-B9C0CB140874}"/>
              </a:ext>
            </a:extLst>
          </p:cNvPr>
          <p:cNvSpPr txBox="1"/>
          <p:nvPr/>
        </p:nvSpPr>
        <p:spPr>
          <a:xfrm>
            <a:off x="7245388" y="3405199"/>
            <a:ext cx="495649" cy="523220"/>
          </a:xfrm>
          <a:prstGeom prst="rect">
            <a:avLst/>
          </a:prstGeom>
          <a:noFill/>
        </p:spPr>
        <p:txBody>
          <a:bodyPr wrap="none" rtlCol="0">
            <a:spAutoFit/>
          </a:bodyPr>
          <a:lstStyle/>
          <a:p>
            <a:r>
              <a:rPr lang="de-DE" sz="2800" dirty="0"/>
              <a:t>h</a:t>
            </a:r>
            <a:r>
              <a:rPr lang="de-DE" sz="2800" baseline="-25000" dirty="0"/>
              <a:t>3</a:t>
            </a:r>
          </a:p>
        </p:txBody>
      </p:sp>
      <p:sp>
        <p:nvSpPr>
          <p:cNvPr id="23" name="Textfeld 22">
            <a:extLst>
              <a:ext uri="{FF2B5EF4-FFF2-40B4-BE49-F238E27FC236}">
                <a16:creationId xmlns:a16="http://schemas.microsoft.com/office/drawing/2014/main" id="{B839E936-797D-7E53-E223-B3893E05A41D}"/>
              </a:ext>
            </a:extLst>
          </p:cNvPr>
          <p:cNvSpPr txBox="1"/>
          <p:nvPr/>
        </p:nvSpPr>
        <p:spPr>
          <a:xfrm>
            <a:off x="7242593" y="4428621"/>
            <a:ext cx="495649" cy="523220"/>
          </a:xfrm>
          <a:prstGeom prst="rect">
            <a:avLst/>
          </a:prstGeom>
          <a:noFill/>
        </p:spPr>
        <p:txBody>
          <a:bodyPr wrap="none" rtlCol="0">
            <a:spAutoFit/>
          </a:bodyPr>
          <a:lstStyle/>
          <a:p>
            <a:r>
              <a:rPr lang="de-DE" sz="2800" dirty="0"/>
              <a:t>h</a:t>
            </a:r>
            <a:r>
              <a:rPr lang="de-DE" sz="2800" baseline="-25000" dirty="0"/>
              <a:t>4</a:t>
            </a:r>
          </a:p>
        </p:txBody>
      </p:sp>
      <p:sp>
        <p:nvSpPr>
          <p:cNvPr id="32" name="Textfeld 31">
            <a:extLst>
              <a:ext uri="{FF2B5EF4-FFF2-40B4-BE49-F238E27FC236}">
                <a16:creationId xmlns:a16="http://schemas.microsoft.com/office/drawing/2014/main" id="{F42B6B4B-750B-2642-C952-30A3EA006CC8}"/>
              </a:ext>
            </a:extLst>
          </p:cNvPr>
          <p:cNvSpPr txBox="1"/>
          <p:nvPr/>
        </p:nvSpPr>
        <p:spPr>
          <a:xfrm>
            <a:off x="4692230" y="1351591"/>
            <a:ext cx="684803" cy="523220"/>
          </a:xfrm>
          <a:prstGeom prst="rect">
            <a:avLst/>
          </a:prstGeom>
          <a:noFill/>
        </p:spPr>
        <p:txBody>
          <a:bodyPr wrap="none" rtlCol="0">
            <a:spAutoFit/>
          </a:bodyPr>
          <a:lstStyle/>
          <a:p>
            <a:r>
              <a:rPr lang="de-DE" sz="2800" dirty="0">
                <a:solidFill>
                  <a:srgbClr val="C00000"/>
                </a:solidFill>
              </a:rPr>
              <a:t>w</a:t>
            </a:r>
            <a:r>
              <a:rPr lang="de-DE" sz="2800" baseline="-25000" dirty="0">
                <a:solidFill>
                  <a:srgbClr val="C00000"/>
                </a:solidFill>
              </a:rPr>
              <a:t>11</a:t>
            </a:r>
          </a:p>
        </p:txBody>
      </p:sp>
      <p:sp>
        <p:nvSpPr>
          <p:cNvPr id="33" name="Textfeld 32">
            <a:extLst>
              <a:ext uri="{FF2B5EF4-FFF2-40B4-BE49-F238E27FC236}">
                <a16:creationId xmlns:a16="http://schemas.microsoft.com/office/drawing/2014/main" id="{7EE9BD93-2792-0B56-58F7-49F4ED419AB3}"/>
              </a:ext>
            </a:extLst>
          </p:cNvPr>
          <p:cNvSpPr txBox="1"/>
          <p:nvPr/>
        </p:nvSpPr>
        <p:spPr>
          <a:xfrm>
            <a:off x="4692231" y="2022854"/>
            <a:ext cx="684803" cy="523220"/>
          </a:xfrm>
          <a:prstGeom prst="rect">
            <a:avLst/>
          </a:prstGeom>
          <a:noFill/>
        </p:spPr>
        <p:txBody>
          <a:bodyPr wrap="none" rtlCol="0">
            <a:spAutoFit/>
          </a:bodyPr>
          <a:lstStyle/>
          <a:p>
            <a:r>
              <a:rPr lang="de-DE" sz="2800" dirty="0">
                <a:solidFill>
                  <a:srgbClr val="C00000"/>
                </a:solidFill>
              </a:rPr>
              <a:t>w</a:t>
            </a:r>
            <a:r>
              <a:rPr lang="de-DE" sz="2800" baseline="-25000" dirty="0">
                <a:solidFill>
                  <a:srgbClr val="C00000"/>
                </a:solidFill>
              </a:rPr>
              <a:t>21</a:t>
            </a:r>
          </a:p>
        </p:txBody>
      </p:sp>
      <p:sp>
        <p:nvSpPr>
          <p:cNvPr id="34" name="Textfeld 33">
            <a:extLst>
              <a:ext uri="{FF2B5EF4-FFF2-40B4-BE49-F238E27FC236}">
                <a16:creationId xmlns:a16="http://schemas.microsoft.com/office/drawing/2014/main" id="{47865978-0FF2-064F-B49D-DC1E2FDC8B03}"/>
              </a:ext>
            </a:extLst>
          </p:cNvPr>
          <p:cNvSpPr txBox="1"/>
          <p:nvPr/>
        </p:nvSpPr>
        <p:spPr>
          <a:xfrm>
            <a:off x="4692229" y="3904552"/>
            <a:ext cx="684803" cy="523220"/>
          </a:xfrm>
          <a:prstGeom prst="rect">
            <a:avLst/>
          </a:prstGeom>
          <a:noFill/>
        </p:spPr>
        <p:txBody>
          <a:bodyPr wrap="none" rtlCol="0">
            <a:spAutoFit/>
          </a:bodyPr>
          <a:lstStyle/>
          <a:p>
            <a:r>
              <a:rPr lang="de-DE" sz="2800" dirty="0">
                <a:solidFill>
                  <a:srgbClr val="C00000"/>
                </a:solidFill>
              </a:rPr>
              <a:t>w</a:t>
            </a:r>
            <a:r>
              <a:rPr lang="de-DE" sz="2800" baseline="-25000" dirty="0">
                <a:solidFill>
                  <a:srgbClr val="C00000"/>
                </a:solidFill>
              </a:rPr>
              <a:t>31</a:t>
            </a:r>
          </a:p>
        </p:txBody>
      </p:sp>
    </p:spTree>
    <p:extLst>
      <p:ext uri="{BB962C8B-B14F-4D97-AF65-F5344CB8AC3E}">
        <p14:creationId xmlns:p14="http://schemas.microsoft.com/office/powerpoint/2010/main" val="3637540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F8855-A495-B678-7C6C-1B016E36F96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C08FB4E-5C14-BDD3-4AEF-2E2481B94A00}"/>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FDF9D910-8026-E736-22A8-CB3B75478126}"/>
              </a:ext>
            </a:extLst>
          </p:cNvPr>
          <p:cNvSpPr>
            <a:spLocks noGrp="1"/>
          </p:cNvSpPr>
          <p:nvPr>
            <p:ph type="sldNum" sz="quarter" idx="12"/>
          </p:nvPr>
        </p:nvSpPr>
        <p:spPr/>
        <p:txBody>
          <a:bodyPr/>
          <a:lstStyle/>
          <a:p>
            <a:fld id="{341CD41A-C668-429A-AD07-4F84BBC3B3E7}" type="slidenum">
              <a:rPr lang="de-DE" smtClean="0"/>
              <a:pPr/>
              <a:t>13</a:t>
            </a:fld>
            <a:endParaRPr lang="de-DE"/>
          </a:p>
        </p:txBody>
      </p:sp>
      <p:sp>
        <p:nvSpPr>
          <p:cNvPr id="5" name="Titel 4">
            <a:extLst>
              <a:ext uri="{FF2B5EF4-FFF2-40B4-BE49-F238E27FC236}">
                <a16:creationId xmlns:a16="http://schemas.microsoft.com/office/drawing/2014/main" id="{3B155FB4-7904-151B-385D-33F8CB579CD4}"/>
              </a:ext>
            </a:extLst>
          </p:cNvPr>
          <p:cNvSpPr>
            <a:spLocks noGrp="1"/>
          </p:cNvSpPr>
          <p:nvPr>
            <p:ph type="title"/>
          </p:nvPr>
        </p:nvSpPr>
        <p:spPr>
          <a:xfrm>
            <a:off x="390938" y="309634"/>
            <a:ext cx="11410124" cy="369332"/>
          </a:xfrm>
        </p:spPr>
        <p:txBody>
          <a:bodyPr/>
          <a:lstStyle/>
          <a:p>
            <a:r>
              <a:rPr lang="de-DE" dirty="0"/>
              <a:t>Problemstellung berechnen mit einem Single-Layer-Neural-Network</a:t>
            </a:r>
          </a:p>
        </p:txBody>
      </p:sp>
      <p:sp>
        <p:nvSpPr>
          <p:cNvPr id="6" name="Fußzeilenplatzhalter 5">
            <a:extLst>
              <a:ext uri="{FF2B5EF4-FFF2-40B4-BE49-F238E27FC236}">
                <a16:creationId xmlns:a16="http://schemas.microsoft.com/office/drawing/2014/main" id="{579F9951-82F7-4B64-FA49-CB267849543F}"/>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EE7D21B7-620A-C613-23E8-B57BC74821B2}"/>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3F75105B-8178-9227-139F-91A395D196C3}"/>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F8036136-947E-5C4A-2BED-4C2DAC60645A}"/>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DBC4ADA8-099D-738C-89B7-228E64AE129D}"/>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366A4CF6-4684-1B5B-B6AD-C817C4580E73}"/>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p:sp>
        <p:nvSpPr>
          <p:cNvPr id="24" name="Textfeld 23">
            <a:extLst>
              <a:ext uri="{FF2B5EF4-FFF2-40B4-BE49-F238E27FC236}">
                <a16:creationId xmlns:a16="http://schemas.microsoft.com/office/drawing/2014/main" id="{605E48B8-0009-0E63-DA7D-3F46EA07E023}"/>
              </a:ext>
            </a:extLst>
          </p:cNvPr>
          <p:cNvSpPr txBox="1"/>
          <p:nvPr/>
        </p:nvSpPr>
        <p:spPr>
          <a:xfrm>
            <a:off x="2763686" y="1939839"/>
            <a:ext cx="388248" cy="523220"/>
          </a:xfrm>
          <a:prstGeom prst="rect">
            <a:avLst/>
          </a:prstGeom>
          <a:noFill/>
          <a:ln>
            <a:noFill/>
          </a:ln>
        </p:spPr>
        <p:txBody>
          <a:bodyPr wrap="none" rtlCol="0">
            <a:spAutoFit/>
          </a:bodyPr>
          <a:lstStyle/>
          <a:p>
            <a:r>
              <a:rPr lang="de-DE" sz="2800" dirty="0">
                <a:solidFill>
                  <a:srgbClr val="00B0F0"/>
                </a:solidFill>
              </a:rPr>
              <a:t>i</a:t>
            </a:r>
            <a:r>
              <a:rPr lang="de-DE" sz="2800" baseline="-25000" dirty="0">
                <a:solidFill>
                  <a:srgbClr val="00B0F0"/>
                </a:solidFill>
              </a:rPr>
              <a:t>1</a:t>
            </a:r>
          </a:p>
        </p:txBody>
      </p:sp>
      <p:sp>
        <p:nvSpPr>
          <p:cNvPr id="25" name="Textfeld 24">
            <a:extLst>
              <a:ext uri="{FF2B5EF4-FFF2-40B4-BE49-F238E27FC236}">
                <a16:creationId xmlns:a16="http://schemas.microsoft.com/office/drawing/2014/main" id="{814A1AC2-887D-1AEB-174D-0344AA2FE09D}"/>
              </a:ext>
            </a:extLst>
          </p:cNvPr>
          <p:cNvSpPr txBox="1"/>
          <p:nvPr/>
        </p:nvSpPr>
        <p:spPr>
          <a:xfrm>
            <a:off x="2763686" y="3135286"/>
            <a:ext cx="388248" cy="523220"/>
          </a:xfrm>
          <a:prstGeom prst="rect">
            <a:avLst/>
          </a:prstGeom>
          <a:noFill/>
          <a:ln>
            <a:noFill/>
          </a:ln>
        </p:spPr>
        <p:txBody>
          <a:bodyPr wrap="none" rtlCol="0">
            <a:spAutoFit/>
          </a:bodyPr>
          <a:lstStyle/>
          <a:p>
            <a:r>
              <a:rPr lang="de-DE" sz="2800" dirty="0">
                <a:solidFill>
                  <a:srgbClr val="00B0F0"/>
                </a:solidFill>
              </a:rPr>
              <a:t>i</a:t>
            </a:r>
            <a:r>
              <a:rPr lang="de-DE" sz="2800" baseline="-25000" dirty="0">
                <a:solidFill>
                  <a:srgbClr val="00B0F0"/>
                </a:solidFill>
              </a:rPr>
              <a:t>2</a:t>
            </a:r>
          </a:p>
        </p:txBody>
      </p:sp>
      <p:sp>
        <p:nvSpPr>
          <p:cNvPr id="26" name="Textfeld 25">
            <a:extLst>
              <a:ext uri="{FF2B5EF4-FFF2-40B4-BE49-F238E27FC236}">
                <a16:creationId xmlns:a16="http://schemas.microsoft.com/office/drawing/2014/main" id="{0612B0C3-285C-46F0-AD4D-1BC12578C411}"/>
              </a:ext>
            </a:extLst>
          </p:cNvPr>
          <p:cNvSpPr txBox="1"/>
          <p:nvPr/>
        </p:nvSpPr>
        <p:spPr>
          <a:xfrm>
            <a:off x="2763686" y="4298311"/>
            <a:ext cx="388248" cy="523220"/>
          </a:xfrm>
          <a:prstGeom prst="rect">
            <a:avLst/>
          </a:prstGeom>
          <a:noFill/>
          <a:ln>
            <a:noFill/>
          </a:ln>
        </p:spPr>
        <p:txBody>
          <a:bodyPr wrap="none" rtlCol="0">
            <a:spAutoFit/>
          </a:bodyPr>
          <a:lstStyle/>
          <a:p>
            <a:r>
              <a:rPr lang="de-DE" sz="2800" dirty="0">
                <a:solidFill>
                  <a:srgbClr val="00B0F0"/>
                </a:solidFill>
              </a:rPr>
              <a:t>i</a:t>
            </a:r>
            <a:r>
              <a:rPr lang="de-DE" sz="2800" baseline="-25000" dirty="0">
                <a:solidFill>
                  <a:srgbClr val="00B0F0"/>
                </a:solidFill>
              </a:rPr>
              <a:t>3</a:t>
            </a:r>
          </a:p>
        </p:txBody>
      </p:sp>
      <p:sp>
        <p:nvSpPr>
          <p:cNvPr id="27" name="Textfeld 26">
            <a:extLst>
              <a:ext uri="{FF2B5EF4-FFF2-40B4-BE49-F238E27FC236}">
                <a16:creationId xmlns:a16="http://schemas.microsoft.com/office/drawing/2014/main" id="{5D7F94EE-FF27-F5AE-8814-35CEE3C75D1F}"/>
              </a:ext>
            </a:extLst>
          </p:cNvPr>
          <p:cNvSpPr txBox="1"/>
          <p:nvPr/>
        </p:nvSpPr>
        <p:spPr>
          <a:xfrm>
            <a:off x="10734395" y="3135286"/>
            <a:ext cx="373820" cy="523220"/>
          </a:xfrm>
          <a:prstGeom prst="rect">
            <a:avLst/>
          </a:prstGeom>
          <a:noFill/>
        </p:spPr>
        <p:txBody>
          <a:bodyPr wrap="none" rtlCol="0">
            <a:spAutoFit/>
          </a:bodyPr>
          <a:lstStyle/>
          <a:p>
            <a:r>
              <a:rPr lang="de-DE" sz="2800" dirty="0"/>
              <a:t>o</a:t>
            </a:r>
            <a:endParaRPr lang="de-DE" sz="2800" baseline="-25000" dirty="0"/>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F2649EEA-7F1B-131D-7592-B91F2F91A8FC}"/>
                  </a:ext>
                </a:extLst>
              </p:cNvPr>
              <p:cNvSpPr txBox="1"/>
              <p:nvPr/>
            </p:nvSpPr>
            <p:spPr>
              <a:xfrm>
                <a:off x="6017668" y="5912849"/>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h</m:t>
                          </m:r>
                        </m:e>
                        <m:sub>
                          <m:r>
                            <a:rPr lang="de-DE" sz="2400" b="0" i="1" smtClean="0">
                              <a:solidFill>
                                <a:srgbClr val="00B0F0"/>
                              </a:solidFill>
                              <a:latin typeface="Cambria Math" panose="02040503050406030204" pitchFamily="18" charset="0"/>
                            </a:rPr>
                            <m:t>2</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𝑤</m:t>
                          </m:r>
                        </m:e>
                        <m:sub>
                          <m:r>
                            <a:rPr lang="de-DE" sz="2400" b="0" i="1" smtClean="0">
                              <a:solidFill>
                                <a:srgbClr val="00B0F0"/>
                              </a:solidFill>
                              <a:latin typeface="Cambria Math" panose="02040503050406030204" pitchFamily="18" charset="0"/>
                            </a:rPr>
                            <m:t>12</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𝑖</m:t>
                          </m:r>
                        </m:e>
                        <m:sub>
                          <m:r>
                            <a:rPr lang="de-DE" sz="2400" b="0" i="1" smtClean="0">
                              <a:solidFill>
                                <a:srgbClr val="00B0F0"/>
                              </a:solidFill>
                              <a:latin typeface="Cambria Math" panose="02040503050406030204" pitchFamily="18" charset="0"/>
                            </a:rPr>
                            <m:t>1</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𝑤</m:t>
                          </m:r>
                        </m:e>
                        <m:sub>
                          <m:r>
                            <a:rPr lang="de-DE" sz="2400" b="0" i="1" smtClean="0">
                              <a:solidFill>
                                <a:srgbClr val="00B0F0"/>
                              </a:solidFill>
                              <a:latin typeface="Cambria Math" panose="02040503050406030204" pitchFamily="18" charset="0"/>
                            </a:rPr>
                            <m:t>22</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𝑖</m:t>
                          </m:r>
                        </m:e>
                        <m:sub>
                          <m:r>
                            <a:rPr lang="de-DE" sz="2400" b="0" i="1" smtClean="0">
                              <a:solidFill>
                                <a:srgbClr val="00B0F0"/>
                              </a:solidFill>
                              <a:latin typeface="Cambria Math" panose="02040503050406030204" pitchFamily="18" charset="0"/>
                            </a:rPr>
                            <m:t>2</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𝑤</m:t>
                          </m:r>
                        </m:e>
                        <m:sub>
                          <m:r>
                            <a:rPr lang="de-DE" sz="2400" b="0" i="1" smtClean="0">
                              <a:solidFill>
                                <a:srgbClr val="00B0F0"/>
                              </a:solidFill>
                              <a:latin typeface="Cambria Math" panose="02040503050406030204" pitchFamily="18" charset="0"/>
                            </a:rPr>
                            <m:t>32</m:t>
                          </m:r>
                        </m:sub>
                      </m:sSub>
                      <m:r>
                        <a:rPr lang="de-DE" sz="2400" b="0" i="1" smtClean="0">
                          <a:solidFill>
                            <a:srgbClr val="00B0F0"/>
                          </a:solidFill>
                          <a:latin typeface="Cambria Math" panose="02040503050406030204" pitchFamily="18" charset="0"/>
                        </a:rPr>
                        <m:t>⋅</m:t>
                      </m:r>
                      <m:sSub>
                        <m:sSubPr>
                          <m:ctrlPr>
                            <a:rPr lang="de-DE" sz="2400" b="0" i="1" smtClean="0">
                              <a:solidFill>
                                <a:srgbClr val="00B0F0"/>
                              </a:solidFill>
                              <a:latin typeface="Cambria Math" panose="02040503050406030204" pitchFamily="18" charset="0"/>
                            </a:rPr>
                          </m:ctrlPr>
                        </m:sSubPr>
                        <m:e>
                          <m:r>
                            <a:rPr lang="de-DE" sz="2400" b="0" i="1" smtClean="0">
                              <a:solidFill>
                                <a:srgbClr val="00B0F0"/>
                              </a:solidFill>
                              <a:latin typeface="Cambria Math" panose="02040503050406030204" pitchFamily="18" charset="0"/>
                            </a:rPr>
                            <m:t>𝑖</m:t>
                          </m:r>
                        </m:e>
                        <m:sub>
                          <m:r>
                            <a:rPr lang="de-DE" sz="2400" b="0" i="1" smtClean="0">
                              <a:solidFill>
                                <a:srgbClr val="00B0F0"/>
                              </a:solidFill>
                              <a:latin typeface="Cambria Math" panose="02040503050406030204" pitchFamily="18" charset="0"/>
                            </a:rPr>
                            <m:t>3</m:t>
                          </m:r>
                        </m:sub>
                      </m:sSub>
                    </m:oMath>
                  </m:oMathPara>
                </a14:m>
                <a:endParaRPr lang="de-DE" dirty="0">
                  <a:solidFill>
                    <a:srgbClr val="00B0F0"/>
                  </a:solidFill>
                </a:endParaRPr>
              </a:p>
            </p:txBody>
          </p:sp>
        </mc:Choice>
        <mc:Fallback xmlns="">
          <p:sp>
            <p:nvSpPr>
              <p:cNvPr id="31" name="Textfeld 30">
                <a:extLst>
                  <a:ext uri="{FF2B5EF4-FFF2-40B4-BE49-F238E27FC236}">
                    <a16:creationId xmlns:a16="http://schemas.microsoft.com/office/drawing/2014/main" id="{F2649EEA-7F1B-131D-7592-B91F2F91A8FC}"/>
                  </a:ext>
                </a:extLst>
              </p:cNvPr>
              <p:cNvSpPr txBox="1">
                <a:spLocks noRot="1" noChangeAspect="1" noMove="1" noResize="1" noEditPoints="1" noAdjustHandles="1" noChangeArrowheads="1" noChangeShapeType="1" noTextEdit="1"/>
              </p:cNvSpPr>
              <p:nvPr/>
            </p:nvSpPr>
            <p:spPr>
              <a:xfrm>
                <a:off x="6017668" y="5912849"/>
                <a:ext cx="4539640" cy="461665"/>
              </a:xfrm>
              <a:prstGeom prst="rect">
                <a:avLst/>
              </a:prstGeom>
              <a:blipFill>
                <a:blip r:embed="rId2"/>
                <a:stretch>
                  <a:fillRect/>
                </a:stretch>
              </a:blipFill>
            </p:spPr>
            <p:txBody>
              <a:bodyPr/>
              <a:lstStyle/>
              <a:p>
                <a:r>
                  <a:rPr lang="de-DE">
                    <a:noFill/>
                  </a:rPr>
                  <a:t> </a:t>
                </a:r>
              </a:p>
            </p:txBody>
          </p:sp>
        </mc:Fallback>
      </mc:AlternateContent>
      <p:sp>
        <p:nvSpPr>
          <p:cNvPr id="7" name="Neuron i1">
            <a:extLst>
              <a:ext uri="{FF2B5EF4-FFF2-40B4-BE49-F238E27FC236}">
                <a16:creationId xmlns:a16="http://schemas.microsoft.com/office/drawing/2014/main" id="{DE91103C-37BA-4972-B69D-2320E496928D}"/>
              </a:ext>
            </a:extLst>
          </p:cNvPr>
          <p:cNvSpPr/>
          <p:nvPr/>
        </p:nvSpPr>
        <p:spPr>
          <a:xfrm>
            <a:off x="3358886" y="1681107"/>
            <a:ext cx="1080000" cy="1080000"/>
          </a:xfrm>
          <a:prstGeom prst="ellipse">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sp>
        <p:nvSpPr>
          <p:cNvPr id="40" name="Neuron i2">
            <a:extLst>
              <a:ext uri="{FF2B5EF4-FFF2-40B4-BE49-F238E27FC236}">
                <a16:creationId xmlns:a16="http://schemas.microsoft.com/office/drawing/2014/main" id="{0E926D2C-B56E-2768-18E9-95AF8407356B}"/>
              </a:ext>
            </a:extLst>
          </p:cNvPr>
          <p:cNvSpPr/>
          <p:nvPr/>
        </p:nvSpPr>
        <p:spPr>
          <a:xfrm>
            <a:off x="3351559" y="2889000"/>
            <a:ext cx="1080000" cy="1080000"/>
          </a:xfrm>
          <a:prstGeom prst="ellipse">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sp>
        <p:nvSpPr>
          <p:cNvPr id="41" name="Neuron i3">
            <a:extLst>
              <a:ext uri="{FF2B5EF4-FFF2-40B4-BE49-F238E27FC236}">
                <a16:creationId xmlns:a16="http://schemas.microsoft.com/office/drawing/2014/main" id="{2EE594DC-2B1C-136F-CDFE-529D7B0C229F}"/>
              </a:ext>
            </a:extLst>
          </p:cNvPr>
          <p:cNvSpPr/>
          <p:nvPr/>
        </p:nvSpPr>
        <p:spPr>
          <a:xfrm>
            <a:off x="3358886" y="4096893"/>
            <a:ext cx="1080000" cy="1080000"/>
          </a:xfrm>
          <a:prstGeom prst="ellipse">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C00000"/>
              </a:solidFill>
            </a:endParaRPr>
          </a:p>
        </p:txBody>
      </p:sp>
      <p:cxnSp>
        <p:nvCxnSpPr>
          <p:cNvPr id="68" name="Pfeil w11">
            <a:extLst>
              <a:ext uri="{FF2B5EF4-FFF2-40B4-BE49-F238E27FC236}">
                <a16:creationId xmlns:a16="http://schemas.microsoft.com/office/drawing/2014/main" id="{3E8F3023-40D6-A356-64FA-2AC40A25AE13}"/>
              </a:ext>
            </a:extLst>
          </p:cNvPr>
          <p:cNvCxnSpPr>
            <a:cxnSpLocks/>
            <a:stCxn id="41" idx="6"/>
            <a:endCxn id="16" idx="2"/>
          </p:cNvCxnSpPr>
          <p:nvPr/>
        </p:nvCxnSpPr>
        <p:spPr>
          <a:xfrm flipV="1">
            <a:off x="4438886" y="1631414"/>
            <a:ext cx="1661076" cy="3005479"/>
          </a:xfrm>
          <a:prstGeom prst="straightConnector1">
            <a:avLst/>
          </a:prstGeom>
          <a:ln w="38100">
            <a:solidFill>
              <a:schemeClr val="bg1">
                <a:lumMod val="85000"/>
              </a:schemeClr>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56" name="Pfeil w13">
            <a:extLst>
              <a:ext uri="{FF2B5EF4-FFF2-40B4-BE49-F238E27FC236}">
                <a16:creationId xmlns:a16="http://schemas.microsoft.com/office/drawing/2014/main" id="{22BFB63E-4999-20C1-9E97-D540D2EA71BF}"/>
              </a:ext>
            </a:extLst>
          </p:cNvPr>
          <p:cNvCxnSpPr>
            <a:cxnSpLocks/>
            <a:stCxn id="7" idx="6"/>
            <a:endCxn id="4" idx="2"/>
          </p:cNvCxnSpPr>
          <p:nvPr/>
        </p:nvCxnSpPr>
        <p:spPr>
          <a:xfrm>
            <a:off x="4438886" y="2221107"/>
            <a:ext cx="1657114" cy="1831307"/>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59" name="Pfeil w14">
            <a:extLst>
              <a:ext uri="{FF2B5EF4-FFF2-40B4-BE49-F238E27FC236}">
                <a16:creationId xmlns:a16="http://schemas.microsoft.com/office/drawing/2014/main" id="{EFD8FD25-5760-FA01-C741-98DB5954BDFD}"/>
              </a:ext>
            </a:extLst>
          </p:cNvPr>
          <p:cNvCxnSpPr>
            <a:cxnSpLocks/>
            <a:stCxn id="7" idx="6"/>
            <a:endCxn id="8" idx="2"/>
          </p:cNvCxnSpPr>
          <p:nvPr/>
        </p:nvCxnSpPr>
        <p:spPr>
          <a:xfrm>
            <a:off x="4438886" y="2221107"/>
            <a:ext cx="1657114" cy="3041807"/>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62" name="Pfeil w21">
            <a:extLst>
              <a:ext uri="{FF2B5EF4-FFF2-40B4-BE49-F238E27FC236}">
                <a16:creationId xmlns:a16="http://schemas.microsoft.com/office/drawing/2014/main" id="{AD552EA2-ED47-478B-B4C1-CFB33612CDF9}"/>
              </a:ext>
            </a:extLst>
          </p:cNvPr>
          <p:cNvCxnSpPr>
            <a:cxnSpLocks/>
            <a:stCxn id="40" idx="6"/>
            <a:endCxn id="16" idx="2"/>
          </p:cNvCxnSpPr>
          <p:nvPr/>
        </p:nvCxnSpPr>
        <p:spPr>
          <a:xfrm flipV="1">
            <a:off x="4431559" y="1631414"/>
            <a:ext cx="1668403" cy="1797586"/>
          </a:xfrm>
          <a:prstGeom prst="straightConnector1">
            <a:avLst/>
          </a:prstGeom>
          <a:ln w="38100">
            <a:solidFill>
              <a:schemeClr val="bg1">
                <a:lumMod val="85000"/>
              </a:schemeClr>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50" name="Pfeil w23">
            <a:extLst>
              <a:ext uri="{FF2B5EF4-FFF2-40B4-BE49-F238E27FC236}">
                <a16:creationId xmlns:a16="http://schemas.microsoft.com/office/drawing/2014/main" id="{EC4AEF23-0765-1C8B-17C3-22B479420263}"/>
              </a:ext>
            </a:extLst>
          </p:cNvPr>
          <p:cNvCxnSpPr>
            <a:cxnSpLocks/>
            <a:stCxn id="40" idx="6"/>
            <a:endCxn id="4" idx="2"/>
          </p:cNvCxnSpPr>
          <p:nvPr/>
        </p:nvCxnSpPr>
        <p:spPr>
          <a:xfrm>
            <a:off x="4431559" y="3429000"/>
            <a:ext cx="1664441" cy="623414"/>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65" name="Pfeil w24">
            <a:extLst>
              <a:ext uri="{FF2B5EF4-FFF2-40B4-BE49-F238E27FC236}">
                <a16:creationId xmlns:a16="http://schemas.microsoft.com/office/drawing/2014/main" id="{F9F8E0D2-B613-98B9-677F-46B52A34BF4A}"/>
              </a:ext>
            </a:extLst>
          </p:cNvPr>
          <p:cNvCxnSpPr>
            <a:cxnSpLocks/>
            <a:stCxn id="40" idx="6"/>
            <a:endCxn id="8" idx="2"/>
          </p:cNvCxnSpPr>
          <p:nvPr/>
        </p:nvCxnSpPr>
        <p:spPr>
          <a:xfrm>
            <a:off x="4431559" y="3429000"/>
            <a:ext cx="1664441" cy="1833914"/>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44" name="Pfeil w31">
            <a:extLst>
              <a:ext uri="{FF2B5EF4-FFF2-40B4-BE49-F238E27FC236}">
                <a16:creationId xmlns:a16="http://schemas.microsoft.com/office/drawing/2014/main" id="{25BCB45D-8C2C-0F0E-5F10-AE6528993E57}"/>
              </a:ext>
            </a:extLst>
          </p:cNvPr>
          <p:cNvCxnSpPr>
            <a:cxnSpLocks/>
            <a:stCxn id="7" idx="6"/>
            <a:endCxn id="16" idx="2"/>
          </p:cNvCxnSpPr>
          <p:nvPr/>
        </p:nvCxnSpPr>
        <p:spPr>
          <a:xfrm flipV="1">
            <a:off x="4438886" y="1631414"/>
            <a:ext cx="1661076" cy="589693"/>
          </a:xfrm>
          <a:prstGeom prst="straightConnector1">
            <a:avLst/>
          </a:prstGeom>
          <a:ln w="38100">
            <a:solidFill>
              <a:schemeClr val="bg1">
                <a:lumMod val="85000"/>
              </a:schemeClr>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74" name="Pfeil w33">
            <a:extLst>
              <a:ext uri="{FF2B5EF4-FFF2-40B4-BE49-F238E27FC236}">
                <a16:creationId xmlns:a16="http://schemas.microsoft.com/office/drawing/2014/main" id="{51542DB8-3CD1-AC03-54FF-531DCFA9BA1C}"/>
              </a:ext>
            </a:extLst>
          </p:cNvPr>
          <p:cNvCxnSpPr>
            <a:cxnSpLocks/>
            <a:stCxn id="41" idx="6"/>
            <a:endCxn id="4" idx="2"/>
          </p:cNvCxnSpPr>
          <p:nvPr/>
        </p:nvCxnSpPr>
        <p:spPr>
          <a:xfrm flipV="1">
            <a:off x="4438886" y="4052414"/>
            <a:ext cx="1657114" cy="584479"/>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77" name="Pfeil w34">
            <a:extLst>
              <a:ext uri="{FF2B5EF4-FFF2-40B4-BE49-F238E27FC236}">
                <a16:creationId xmlns:a16="http://schemas.microsoft.com/office/drawing/2014/main" id="{16C6C590-E0EC-8A7B-76D2-8690BDB4C4FC}"/>
              </a:ext>
            </a:extLst>
          </p:cNvPr>
          <p:cNvCxnSpPr>
            <a:cxnSpLocks/>
            <a:stCxn id="41" idx="6"/>
            <a:endCxn id="8" idx="2"/>
          </p:cNvCxnSpPr>
          <p:nvPr/>
        </p:nvCxnSpPr>
        <p:spPr>
          <a:xfrm>
            <a:off x="4438886" y="4636893"/>
            <a:ext cx="1657114" cy="626021"/>
          </a:xfrm>
          <a:prstGeom prst="straightConnector1">
            <a:avLst/>
          </a:prstGeom>
          <a:ln w="38100">
            <a:solidFill>
              <a:schemeClr val="bg1">
                <a:lumMod val="85000"/>
              </a:schemeClr>
            </a:solidFill>
            <a:prstDash val="sysDot"/>
            <a:tailEnd type="triangle"/>
          </a:ln>
        </p:spPr>
        <p:style>
          <a:lnRef idx="1">
            <a:schemeClr val="dk1"/>
          </a:lnRef>
          <a:fillRef idx="0">
            <a:schemeClr val="dk1"/>
          </a:fillRef>
          <a:effectRef idx="0">
            <a:schemeClr val="dk1"/>
          </a:effectRef>
          <a:fontRef idx="minor">
            <a:schemeClr val="tx1"/>
          </a:fontRef>
        </p:style>
      </p:cxnSp>
      <p:cxnSp>
        <p:nvCxnSpPr>
          <p:cNvPr id="53" name="Pfeil w12">
            <a:extLst>
              <a:ext uri="{FF2B5EF4-FFF2-40B4-BE49-F238E27FC236}">
                <a16:creationId xmlns:a16="http://schemas.microsoft.com/office/drawing/2014/main" id="{9078A957-FDE4-6412-21DA-AD516E245C6E}"/>
              </a:ext>
            </a:extLst>
          </p:cNvPr>
          <p:cNvCxnSpPr>
            <a:cxnSpLocks/>
            <a:stCxn id="7" idx="6"/>
            <a:endCxn id="14" idx="2"/>
          </p:cNvCxnSpPr>
          <p:nvPr/>
        </p:nvCxnSpPr>
        <p:spPr>
          <a:xfrm>
            <a:off x="4438886" y="2221107"/>
            <a:ext cx="1657114" cy="620807"/>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47" name="Pfeil w22">
            <a:extLst>
              <a:ext uri="{FF2B5EF4-FFF2-40B4-BE49-F238E27FC236}">
                <a16:creationId xmlns:a16="http://schemas.microsoft.com/office/drawing/2014/main" id="{6A645824-23CE-9D77-58E7-91BE344E58BB}"/>
              </a:ext>
            </a:extLst>
          </p:cNvPr>
          <p:cNvCxnSpPr>
            <a:cxnSpLocks/>
            <a:stCxn id="40" idx="6"/>
            <a:endCxn id="14" idx="2"/>
          </p:cNvCxnSpPr>
          <p:nvPr/>
        </p:nvCxnSpPr>
        <p:spPr>
          <a:xfrm flipV="1">
            <a:off x="4431559" y="2841914"/>
            <a:ext cx="1664441" cy="587086"/>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71" name="Pfeil w32">
            <a:extLst>
              <a:ext uri="{FF2B5EF4-FFF2-40B4-BE49-F238E27FC236}">
                <a16:creationId xmlns:a16="http://schemas.microsoft.com/office/drawing/2014/main" id="{55AC06E8-59A2-2D34-A9A6-244459BF262A}"/>
              </a:ext>
            </a:extLst>
          </p:cNvPr>
          <p:cNvCxnSpPr>
            <a:cxnSpLocks/>
            <a:stCxn id="41" idx="6"/>
            <a:endCxn id="14" idx="2"/>
          </p:cNvCxnSpPr>
          <p:nvPr/>
        </p:nvCxnSpPr>
        <p:spPr>
          <a:xfrm flipV="1">
            <a:off x="4438886" y="2841914"/>
            <a:ext cx="1657114" cy="1794979"/>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sp>
        <p:nvSpPr>
          <p:cNvPr id="16" name="Neuron h1">
            <a:extLst>
              <a:ext uri="{FF2B5EF4-FFF2-40B4-BE49-F238E27FC236}">
                <a16:creationId xmlns:a16="http://schemas.microsoft.com/office/drawing/2014/main" id="{290E318B-EAFC-D4F4-AD7D-827102E3B916}"/>
              </a:ext>
            </a:extLst>
          </p:cNvPr>
          <p:cNvSpPr/>
          <p:nvPr/>
        </p:nvSpPr>
        <p:spPr>
          <a:xfrm>
            <a:off x="6099962" y="1091414"/>
            <a:ext cx="1080000" cy="1080000"/>
          </a:xfrm>
          <a:prstGeom prst="ellipse">
            <a:avLst/>
          </a:prstGeom>
          <a:noFill/>
          <a:ln w="381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4" name="Neuron h2">
            <a:extLst>
              <a:ext uri="{FF2B5EF4-FFF2-40B4-BE49-F238E27FC236}">
                <a16:creationId xmlns:a16="http://schemas.microsoft.com/office/drawing/2014/main" id="{B44EB0D0-639C-8DEC-9861-94C3ECC6C1F4}"/>
              </a:ext>
            </a:extLst>
          </p:cNvPr>
          <p:cNvSpPr/>
          <p:nvPr/>
        </p:nvSpPr>
        <p:spPr>
          <a:xfrm>
            <a:off x="6096000" y="2301914"/>
            <a:ext cx="1080000" cy="1080000"/>
          </a:xfrm>
          <a:prstGeom prst="ellipse">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4" name="Neuron h3">
            <a:extLst>
              <a:ext uri="{FF2B5EF4-FFF2-40B4-BE49-F238E27FC236}">
                <a16:creationId xmlns:a16="http://schemas.microsoft.com/office/drawing/2014/main" id="{4DEFDB4E-370B-FF36-970F-296D73762BD6}"/>
              </a:ext>
            </a:extLst>
          </p:cNvPr>
          <p:cNvSpPr/>
          <p:nvPr/>
        </p:nvSpPr>
        <p:spPr>
          <a:xfrm>
            <a:off x="6096000" y="3512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8" name="Neuron h4">
            <a:extLst>
              <a:ext uri="{FF2B5EF4-FFF2-40B4-BE49-F238E27FC236}">
                <a16:creationId xmlns:a16="http://schemas.microsoft.com/office/drawing/2014/main" id="{5374A354-86BF-E1BD-84AB-8941CA515599}"/>
              </a:ext>
            </a:extLst>
          </p:cNvPr>
          <p:cNvSpPr/>
          <p:nvPr/>
        </p:nvSpPr>
        <p:spPr>
          <a:xfrm>
            <a:off x="6096000" y="4722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6" name="Pfeil ho w11">
            <a:extLst>
              <a:ext uri="{FF2B5EF4-FFF2-40B4-BE49-F238E27FC236}">
                <a16:creationId xmlns:a16="http://schemas.microsoft.com/office/drawing/2014/main" id="{ED8CB6BE-D759-1419-6078-546F9C61ADC8}"/>
              </a:ext>
            </a:extLst>
          </p:cNvPr>
          <p:cNvCxnSpPr>
            <a:cxnSpLocks/>
            <a:stCxn id="16" idx="6"/>
            <a:endCxn id="15" idx="2"/>
          </p:cNvCxnSpPr>
          <p:nvPr/>
        </p:nvCxnSpPr>
        <p:spPr>
          <a:xfrm>
            <a:off x="7179962" y="1631414"/>
            <a:ext cx="2276416" cy="18436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Pfeil ho w21">
            <a:extLst>
              <a:ext uri="{FF2B5EF4-FFF2-40B4-BE49-F238E27FC236}">
                <a16:creationId xmlns:a16="http://schemas.microsoft.com/office/drawing/2014/main" id="{4F097AC8-4833-7665-51DD-EEE8C07A170D}"/>
              </a:ext>
            </a:extLst>
          </p:cNvPr>
          <p:cNvCxnSpPr>
            <a:cxnSpLocks/>
            <a:stCxn id="14" idx="6"/>
            <a:endCxn id="15" idx="2"/>
          </p:cNvCxnSpPr>
          <p:nvPr/>
        </p:nvCxnSpPr>
        <p:spPr>
          <a:xfrm>
            <a:off x="7176000" y="2841914"/>
            <a:ext cx="2280378" cy="6331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Pfeil ho w31">
            <a:extLst>
              <a:ext uri="{FF2B5EF4-FFF2-40B4-BE49-F238E27FC236}">
                <a16:creationId xmlns:a16="http://schemas.microsoft.com/office/drawing/2014/main" id="{3DF6A1F8-3F8E-650B-38E5-7694FF7FB63A}"/>
              </a:ext>
            </a:extLst>
          </p:cNvPr>
          <p:cNvCxnSpPr>
            <a:cxnSpLocks/>
            <a:stCxn id="4" idx="6"/>
            <a:endCxn id="15" idx="2"/>
          </p:cNvCxnSpPr>
          <p:nvPr/>
        </p:nvCxnSpPr>
        <p:spPr>
          <a:xfrm flipV="1">
            <a:off x="7176000" y="3475090"/>
            <a:ext cx="2280378" cy="5773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1" name="Pfeil ho w41">
            <a:extLst>
              <a:ext uri="{FF2B5EF4-FFF2-40B4-BE49-F238E27FC236}">
                <a16:creationId xmlns:a16="http://schemas.microsoft.com/office/drawing/2014/main" id="{A78F5941-1EBE-0C6E-3AD3-48BD26E4C79C}"/>
              </a:ext>
            </a:extLst>
          </p:cNvPr>
          <p:cNvCxnSpPr>
            <a:cxnSpLocks/>
            <a:stCxn id="8" idx="6"/>
            <a:endCxn id="15" idx="2"/>
          </p:cNvCxnSpPr>
          <p:nvPr/>
        </p:nvCxnSpPr>
        <p:spPr>
          <a:xfrm flipV="1">
            <a:off x="7176000" y="3475090"/>
            <a:ext cx="2280378" cy="17878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5" name="Neuron o">
            <a:extLst>
              <a:ext uri="{FF2B5EF4-FFF2-40B4-BE49-F238E27FC236}">
                <a16:creationId xmlns:a16="http://schemas.microsoft.com/office/drawing/2014/main" id="{DEA44B0E-FBA6-B5D7-5D45-137EC57495ED}"/>
              </a:ext>
            </a:extLst>
          </p:cNvPr>
          <p:cNvSpPr/>
          <p:nvPr/>
        </p:nvSpPr>
        <p:spPr>
          <a:xfrm>
            <a:off x="9456378" y="293509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18" name="Textfeld 17">
            <a:extLst>
              <a:ext uri="{FF2B5EF4-FFF2-40B4-BE49-F238E27FC236}">
                <a16:creationId xmlns:a16="http://schemas.microsoft.com/office/drawing/2014/main" id="{CE71EACC-66E4-CEE2-5770-16A326DE82CB}"/>
              </a:ext>
            </a:extLst>
          </p:cNvPr>
          <p:cNvSpPr txBox="1"/>
          <p:nvPr/>
        </p:nvSpPr>
        <p:spPr>
          <a:xfrm>
            <a:off x="7242595" y="1246307"/>
            <a:ext cx="495649" cy="523220"/>
          </a:xfrm>
          <a:prstGeom prst="rect">
            <a:avLst/>
          </a:prstGeom>
          <a:noFill/>
        </p:spPr>
        <p:txBody>
          <a:bodyPr wrap="none" rtlCol="0">
            <a:spAutoFit/>
          </a:bodyPr>
          <a:lstStyle/>
          <a:p>
            <a:r>
              <a:rPr lang="de-DE" sz="2800" dirty="0"/>
              <a:t>h</a:t>
            </a:r>
            <a:r>
              <a:rPr lang="de-DE" sz="2800" baseline="-25000" dirty="0"/>
              <a:t>1</a:t>
            </a:r>
          </a:p>
        </p:txBody>
      </p:sp>
      <p:sp>
        <p:nvSpPr>
          <p:cNvPr id="20" name="Textfeld 19">
            <a:extLst>
              <a:ext uri="{FF2B5EF4-FFF2-40B4-BE49-F238E27FC236}">
                <a16:creationId xmlns:a16="http://schemas.microsoft.com/office/drawing/2014/main" id="{BCD93F41-84AE-1A2D-E6F3-502173B70AB5}"/>
              </a:ext>
            </a:extLst>
          </p:cNvPr>
          <p:cNvSpPr txBox="1"/>
          <p:nvPr/>
        </p:nvSpPr>
        <p:spPr>
          <a:xfrm>
            <a:off x="7242594" y="2379913"/>
            <a:ext cx="495649" cy="523220"/>
          </a:xfrm>
          <a:prstGeom prst="rect">
            <a:avLst/>
          </a:prstGeom>
          <a:noFill/>
        </p:spPr>
        <p:txBody>
          <a:bodyPr wrap="none" rtlCol="0">
            <a:spAutoFit/>
          </a:bodyPr>
          <a:lstStyle/>
          <a:p>
            <a:r>
              <a:rPr lang="de-DE" sz="2800" dirty="0">
                <a:solidFill>
                  <a:srgbClr val="00B0F0"/>
                </a:solidFill>
              </a:rPr>
              <a:t>h</a:t>
            </a:r>
            <a:r>
              <a:rPr lang="de-DE" sz="2800" baseline="-25000" dirty="0">
                <a:solidFill>
                  <a:srgbClr val="00B0F0"/>
                </a:solidFill>
              </a:rPr>
              <a:t>2</a:t>
            </a:r>
          </a:p>
        </p:txBody>
      </p:sp>
      <p:sp>
        <p:nvSpPr>
          <p:cNvPr id="22" name="Textfeld 21">
            <a:extLst>
              <a:ext uri="{FF2B5EF4-FFF2-40B4-BE49-F238E27FC236}">
                <a16:creationId xmlns:a16="http://schemas.microsoft.com/office/drawing/2014/main" id="{208B4A1C-013B-6C91-38A8-79734A538F22}"/>
              </a:ext>
            </a:extLst>
          </p:cNvPr>
          <p:cNvSpPr txBox="1"/>
          <p:nvPr/>
        </p:nvSpPr>
        <p:spPr>
          <a:xfrm>
            <a:off x="7245388" y="3405199"/>
            <a:ext cx="495649" cy="523220"/>
          </a:xfrm>
          <a:prstGeom prst="rect">
            <a:avLst/>
          </a:prstGeom>
          <a:noFill/>
        </p:spPr>
        <p:txBody>
          <a:bodyPr wrap="none" rtlCol="0">
            <a:spAutoFit/>
          </a:bodyPr>
          <a:lstStyle/>
          <a:p>
            <a:r>
              <a:rPr lang="de-DE" sz="2800" dirty="0"/>
              <a:t>h</a:t>
            </a:r>
            <a:r>
              <a:rPr lang="de-DE" sz="2800" baseline="-25000" dirty="0"/>
              <a:t>3</a:t>
            </a:r>
          </a:p>
        </p:txBody>
      </p:sp>
      <p:sp>
        <p:nvSpPr>
          <p:cNvPr id="23" name="Textfeld 22">
            <a:extLst>
              <a:ext uri="{FF2B5EF4-FFF2-40B4-BE49-F238E27FC236}">
                <a16:creationId xmlns:a16="http://schemas.microsoft.com/office/drawing/2014/main" id="{BAC311A8-9033-B610-2152-C09EBDF2A37D}"/>
              </a:ext>
            </a:extLst>
          </p:cNvPr>
          <p:cNvSpPr txBox="1"/>
          <p:nvPr/>
        </p:nvSpPr>
        <p:spPr>
          <a:xfrm>
            <a:off x="7242593" y="4428621"/>
            <a:ext cx="495649" cy="523220"/>
          </a:xfrm>
          <a:prstGeom prst="rect">
            <a:avLst/>
          </a:prstGeom>
          <a:noFill/>
        </p:spPr>
        <p:txBody>
          <a:bodyPr wrap="none" rtlCol="0">
            <a:spAutoFit/>
          </a:bodyPr>
          <a:lstStyle/>
          <a:p>
            <a:r>
              <a:rPr lang="de-DE" sz="2800" dirty="0"/>
              <a:t>h</a:t>
            </a:r>
            <a:r>
              <a:rPr lang="de-DE" sz="2800" baseline="-25000" dirty="0"/>
              <a:t>4</a:t>
            </a:r>
          </a:p>
        </p:txBody>
      </p:sp>
      <p:sp>
        <p:nvSpPr>
          <p:cNvPr id="32" name="Textfeld 31">
            <a:extLst>
              <a:ext uri="{FF2B5EF4-FFF2-40B4-BE49-F238E27FC236}">
                <a16:creationId xmlns:a16="http://schemas.microsoft.com/office/drawing/2014/main" id="{8DD2B150-F7E1-6243-762F-43F636AD6D61}"/>
              </a:ext>
            </a:extLst>
          </p:cNvPr>
          <p:cNvSpPr txBox="1"/>
          <p:nvPr/>
        </p:nvSpPr>
        <p:spPr>
          <a:xfrm>
            <a:off x="4673598" y="1853940"/>
            <a:ext cx="684803" cy="523220"/>
          </a:xfrm>
          <a:prstGeom prst="rect">
            <a:avLst/>
          </a:prstGeom>
          <a:noFill/>
        </p:spPr>
        <p:txBody>
          <a:bodyPr wrap="none" rtlCol="0">
            <a:spAutoFit/>
          </a:bodyPr>
          <a:lstStyle/>
          <a:p>
            <a:r>
              <a:rPr lang="de-DE" sz="2800" dirty="0">
                <a:solidFill>
                  <a:srgbClr val="00B0F0"/>
                </a:solidFill>
              </a:rPr>
              <a:t>w</a:t>
            </a:r>
            <a:r>
              <a:rPr lang="de-DE" sz="2800" baseline="-25000" dirty="0">
                <a:solidFill>
                  <a:srgbClr val="00B0F0"/>
                </a:solidFill>
              </a:rPr>
              <a:t>12</a:t>
            </a:r>
          </a:p>
        </p:txBody>
      </p:sp>
      <p:sp>
        <p:nvSpPr>
          <p:cNvPr id="33" name="Textfeld 32">
            <a:extLst>
              <a:ext uri="{FF2B5EF4-FFF2-40B4-BE49-F238E27FC236}">
                <a16:creationId xmlns:a16="http://schemas.microsoft.com/office/drawing/2014/main" id="{6F247701-BE93-09F2-E905-5D2D9F5DED74}"/>
              </a:ext>
            </a:extLst>
          </p:cNvPr>
          <p:cNvSpPr txBox="1"/>
          <p:nvPr/>
        </p:nvSpPr>
        <p:spPr>
          <a:xfrm>
            <a:off x="4692230" y="2647160"/>
            <a:ext cx="684803" cy="523220"/>
          </a:xfrm>
          <a:prstGeom prst="rect">
            <a:avLst/>
          </a:prstGeom>
          <a:noFill/>
        </p:spPr>
        <p:txBody>
          <a:bodyPr wrap="none" rtlCol="0">
            <a:spAutoFit/>
          </a:bodyPr>
          <a:lstStyle/>
          <a:p>
            <a:r>
              <a:rPr lang="de-DE" sz="2800" dirty="0">
                <a:solidFill>
                  <a:srgbClr val="00B0F0"/>
                </a:solidFill>
              </a:rPr>
              <a:t>w</a:t>
            </a:r>
            <a:r>
              <a:rPr lang="de-DE" sz="2800" baseline="-25000" dirty="0">
                <a:solidFill>
                  <a:srgbClr val="00B0F0"/>
                </a:solidFill>
              </a:rPr>
              <a:t>22</a:t>
            </a:r>
          </a:p>
        </p:txBody>
      </p:sp>
      <p:sp>
        <p:nvSpPr>
          <p:cNvPr id="34" name="Textfeld 33">
            <a:extLst>
              <a:ext uri="{FF2B5EF4-FFF2-40B4-BE49-F238E27FC236}">
                <a16:creationId xmlns:a16="http://schemas.microsoft.com/office/drawing/2014/main" id="{74C8A198-EBC5-5A96-FF03-BA07EEF8686E}"/>
              </a:ext>
            </a:extLst>
          </p:cNvPr>
          <p:cNvSpPr txBox="1"/>
          <p:nvPr/>
        </p:nvSpPr>
        <p:spPr>
          <a:xfrm>
            <a:off x="4692230" y="4096893"/>
            <a:ext cx="684803" cy="523220"/>
          </a:xfrm>
          <a:prstGeom prst="rect">
            <a:avLst/>
          </a:prstGeom>
          <a:noFill/>
        </p:spPr>
        <p:txBody>
          <a:bodyPr wrap="none" rtlCol="0">
            <a:spAutoFit/>
          </a:bodyPr>
          <a:lstStyle/>
          <a:p>
            <a:r>
              <a:rPr lang="de-DE" sz="2800" dirty="0">
                <a:solidFill>
                  <a:srgbClr val="00B0F0"/>
                </a:solidFill>
              </a:rPr>
              <a:t>w</a:t>
            </a:r>
            <a:r>
              <a:rPr lang="de-DE" sz="2800" baseline="-25000" dirty="0">
                <a:solidFill>
                  <a:srgbClr val="00B0F0"/>
                </a:solidFill>
              </a:rPr>
              <a:t>32</a:t>
            </a:r>
          </a:p>
        </p:txBody>
      </p:sp>
    </p:spTree>
    <p:extLst>
      <p:ext uri="{BB962C8B-B14F-4D97-AF65-F5344CB8AC3E}">
        <p14:creationId xmlns:p14="http://schemas.microsoft.com/office/powerpoint/2010/main" val="4039866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E2A46-3628-A39F-D569-A4C1815EA1F1}"/>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11872F77-87B2-1564-95EA-F73C2917C881}"/>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3F24CEDF-4409-EF0B-9E66-827DB2F6EE8B}"/>
              </a:ext>
            </a:extLst>
          </p:cNvPr>
          <p:cNvSpPr>
            <a:spLocks noGrp="1"/>
          </p:cNvSpPr>
          <p:nvPr>
            <p:ph type="sldNum" sz="quarter" idx="12"/>
          </p:nvPr>
        </p:nvSpPr>
        <p:spPr/>
        <p:txBody>
          <a:bodyPr/>
          <a:lstStyle/>
          <a:p>
            <a:fld id="{341CD41A-C668-429A-AD07-4F84BBC3B3E7}" type="slidenum">
              <a:rPr lang="de-DE" smtClean="0"/>
              <a:pPr/>
              <a:t>14</a:t>
            </a:fld>
            <a:endParaRPr lang="de-DE"/>
          </a:p>
        </p:txBody>
      </p:sp>
      <p:sp>
        <p:nvSpPr>
          <p:cNvPr id="5" name="Titel 4">
            <a:extLst>
              <a:ext uri="{FF2B5EF4-FFF2-40B4-BE49-F238E27FC236}">
                <a16:creationId xmlns:a16="http://schemas.microsoft.com/office/drawing/2014/main" id="{6702E6EB-93D0-3EB1-858B-FA9230EE85FF}"/>
              </a:ext>
            </a:extLst>
          </p:cNvPr>
          <p:cNvSpPr>
            <a:spLocks noGrp="1"/>
          </p:cNvSpPr>
          <p:nvPr>
            <p:ph type="title"/>
          </p:nvPr>
        </p:nvSpPr>
        <p:spPr>
          <a:xfrm>
            <a:off x="390938" y="309634"/>
            <a:ext cx="11410124" cy="369332"/>
          </a:xfrm>
        </p:spPr>
        <p:txBody>
          <a:bodyPr/>
          <a:lstStyle/>
          <a:p>
            <a:r>
              <a:rPr lang="de-DE" dirty="0"/>
              <a:t>Problemstellung berechnen mit einem Single-Layer-Neural-Network</a:t>
            </a:r>
          </a:p>
        </p:txBody>
      </p:sp>
      <p:sp>
        <p:nvSpPr>
          <p:cNvPr id="6" name="Fußzeilenplatzhalter 5">
            <a:extLst>
              <a:ext uri="{FF2B5EF4-FFF2-40B4-BE49-F238E27FC236}">
                <a16:creationId xmlns:a16="http://schemas.microsoft.com/office/drawing/2014/main" id="{E332BD88-5A0C-E940-1A4A-A92CC3C82A5F}"/>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2ABE0FFE-FA6C-ADFB-88D9-DA7ACFAEF2E8}"/>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8548B215-BFA6-F092-FA1D-B71E68D36BF4}"/>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7B0FE043-868D-4556-882B-14C289FFE060}"/>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FFD629B6-38F9-5D5D-9790-965691DB6D9A}"/>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451D1ED8-A77A-86AB-585C-E5B11B209CC8}"/>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99DA36B1-389B-57EF-D076-1214F6475609}"/>
                  </a:ext>
                </a:extLst>
              </p:cNvPr>
              <p:cNvSpPr txBox="1"/>
              <p:nvPr/>
            </p:nvSpPr>
            <p:spPr>
              <a:xfrm>
                <a:off x="7583002" y="4938970"/>
                <a:ext cx="358279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2</m:t>
                          </m:r>
                        </m:sub>
                      </m:sSub>
                    </m:oMath>
                  </m:oMathPara>
                </a14:m>
                <a:br>
                  <a:rPr lang="de-DE" sz="2400" b="0" i="1" dirty="0">
                    <a:latin typeface="Cambria Math" panose="02040503050406030204" pitchFamily="18" charset="0"/>
                  </a:rPr>
                </a:br>
                <a:r>
                  <a:rPr lang="de-DE" sz="2400" b="0" i="1" dirty="0">
                    <a:latin typeface="Cambria Math" panose="02040503050406030204" pitchFamily="18" charset="0"/>
                  </a:rPr>
                  <a:t>	</a:t>
                </a:r>
                <a14:m>
                  <m:oMath xmlns:m="http://schemas.openxmlformats.org/officeDocument/2006/math">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4</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4</m:t>
                        </m:r>
                      </m:sub>
                    </m:sSub>
                  </m:oMath>
                </a14:m>
                <a:endParaRPr lang="de-DE" dirty="0"/>
              </a:p>
            </p:txBody>
          </p:sp>
        </mc:Choice>
        <mc:Fallback xmlns="">
          <p:sp>
            <p:nvSpPr>
              <p:cNvPr id="31" name="Textfeld 30">
                <a:extLst>
                  <a:ext uri="{FF2B5EF4-FFF2-40B4-BE49-F238E27FC236}">
                    <a16:creationId xmlns:a16="http://schemas.microsoft.com/office/drawing/2014/main" id="{99DA36B1-389B-57EF-D076-1214F6475609}"/>
                  </a:ext>
                </a:extLst>
              </p:cNvPr>
              <p:cNvSpPr txBox="1">
                <a:spLocks noRot="1" noChangeAspect="1" noMove="1" noResize="1" noEditPoints="1" noAdjustHandles="1" noChangeArrowheads="1" noChangeShapeType="1" noTextEdit="1"/>
              </p:cNvSpPr>
              <p:nvPr/>
            </p:nvSpPr>
            <p:spPr>
              <a:xfrm>
                <a:off x="7583002" y="4938970"/>
                <a:ext cx="3582798" cy="830997"/>
              </a:xfrm>
              <a:prstGeom prst="rect">
                <a:avLst/>
              </a:prstGeom>
              <a:blipFill>
                <a:blip r:embed="rId2"/>
                <a:stretch>
                  <a:fillRect/>
                </a:stretch>
              </a:blipFill>
            </p:spPr>
            <p:txBody>
              <a:bodyPr/>
              <a:lstStyle/>
              <a:p>
                <a:r>
                  <a:rPr lang="de-DE">
                    <a:noFill/>
                  </a:rPr>
                  <a:t> </a:t>
                </a:r>
              </a:p>
            </p:txBody>
          </p:sp>
        </mc:Fallback>
      </mc:AlternateContent>
      <p:grpSp>
        <p:nvGrpSpPr>
          <p:cNvPr id="81" name="Gruppieren 80">
            <a:extLst>
              <a:ext uri="{FF2B5EF4-FFF2-40B4-BE49-F238E27FC236}">
                <a16:creationId xmlns:a16="http://schemas.microsoft.com/office/drawing/2014/main" id="{E2BB8246-8597-1D45-5591-D54D3DEAE79F}"/>
              </a:ext>
            </a:extLst>
          </p:cNvPr>
          <p:cNvGrpSpPr/>
          <p:nvPr/>
        </p:nvGrpSpPr>
        <p:grpSpPr>
          <a:xfrm>
            <a:off x="3270534" y="752087"/>
            <a:ext cx="6103867" cy="3446374"/>
            <a:chOff x="2763686" y="1091414"/>
            <a:chExt cx="8344529" cy="4711500"/>
          </a:xfrm>
        </p:grpSpPr>
        <p:sp>
          <p:nvSpPr>
            <p:cNvPr id="20" name="Ellipse 19">
              <a:extLst>
                <a:ext uri="{FF2B5EF4-FFF2-40B4-BE49-F238E27FC236}">
                  <a16:creationId xmlns:a16="http://schemas.microsoft.com/office/drawing/2014/main" id="{BA54CA69-E5D8-04ED-CD7F-A43D2AD0D164}"/>
                </a:ext>
              </a:extLst>
            </p:cNvPr>
            <p:cNvSpPr/>
            <p:nvPr/>
          </p:nvSpPr>
          <p:spPr>
            <a:xfrm>
              <a:off x="6096000" y="3512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2" name="Ellipse 21">
              <a:extLst>
                <a:ext uri="{FF2B5EF4-FFF2-40B4-BE49-F238E27FC236}">
                  <a16:creationId xmlns:a16="http://schemas.microsoft.com/office/drawing/2014/main" id="{42C4AFA1-8B20-4BF3-4C07-E9E001372AF2}"/>
                </a:ext>
              </a:extLst>
            </p:cNvPr>
            <p:cNvSpPr/>
            <p:nvPr/>
          </p:nvSpPr>
          <p:spPr>
            <a:xfrm>
              <a:off x="6096000" y="4722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3" name="Ellipse 22">
              <a:extLst>
                <a:ext uri="{FF2B5EF4-FFF2-40B4-BE49-F238E27FC236}">
                  <a16:creationId xmlns:a16="http://schemas.microsoft.com/office/drawing/2014/main" id="{DD381DCE-98FA-6C48-0EDD-7DD653F5D318}"/>
                </a:ext>
              </a:extLst>
            </p:cNvPr>
            <p:cNvSpPr/>
            <p:nvPr/>
          </p:nvSpPr>
          <p:spPr>
            <a:xfrm>
              <a:off x="6096000" y="2301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32" name="Ellipse 31">
              <a:extLst>
                <a:ext uri="{FF2B5EF4-FFF2-40B4-BE49-F238E27FC236}">
                  <a16:creationId xmlns:a16="http://schemas.microsoft.com/office/drawing/2014/main" id="{7DD18E29-8CE4-11F6-EBB1-5258437E5720}"/>
                </a:ext>
              </a:extLst>
            </p:cNvPr>
            <p:cNvSpPr/>
            <p:nvPr/>
          </p:nvSpPr>
          <p:spPr>
            <a:xfrm>
              <a:off x="9456378" y="293509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3" name="Gerade Verbindung mit Pfeil 32">
              <a:extLst>
                <a:ext uri="{FF2B5EF4-FFF2-40B4-BE49-F238E27FC236}">
                  <a16:creationId xmlns:a16="http://schemas.microsoft.com/office/drawing/2014/main" id="{63DAFA48-00E5-FE9E-1D79-600872DB8E4C}"/>
                </a:ext>
              </a:extLst>
            </p:cNvPr>
            <p:cNvCxnSpPr>
              <a:cxnSpLocks/>
              <a:stCxn id="23" idx="6"/>
              <a:endCxn id="32" idx="2"/>
            </p:cNvCxnSpPr>
            <p:nvPr/>
          </p:nvCxnSpPr>
          <p:spPr>
            <a:xfrm>
              <a:off x="7176000" y="2841914"/>
              <a:ext cx="2280378" cy="6331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Gerade Verbindung mit Pfeil 33">
              <a:extLst>
                <a:ext uri="{FF2B5EF4-FFF2-40B4-BE49-F238E27FC236}">
                  <a16:creationId xmlns:a16="http://schemas.microsoft.com/office/drawing/2014/main" id="{44206DC4-5F5D-51EE-E4FD-721B18A020F6}"/>
                </a:ext>
              </a:extLst>
            </p:cNvPr>
            <p:cNvCxnSpPr>
              <a:cxnSpLocks/>
              <a:stCxn id="20" idx="6"/>
              <a:endCxn id="32" idx="2"/>
            </p:cNvCxnSpPr>
            <p:nvPr/>
          </p:nvCxnSpPr>
          <p:spPr>
            <a:xfrm flipV="1">
              <a:off x="7176000" y="3475090"/>
              <a:ext cx="2280378" cy="5773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Gerade Verbindung mit Pfeil 34">
              <a:extLst>
                <a:ext uri="{FF2B5EF4-FFF2-40B4-BE49-F238E27FC236}">
                  <a16:creationId xmlns:a16="http://schemas.microsoft.com/office/drawing/2014/main" id="{629E00D0-BC1F-9B4C-A090-6740360612EB}"/>
                </a:ext>
              </a:extLst>
            </p:cNvPr>
            <p:cNvCxnSpPr>
              <a:cxnSpLocks/>
              <a:stCxn id="22" idx="6"/>
              <a:endCxn id="32" idx="2"/>
            </p:cNvCxnSpPr>
            <p:nvPr/>
          </p:nvCxnSpPr>
          <p:spPr>
            <a:xfrm flipV="1">
              <a:off x="7176000" y="3475090"/>
              <a:ext cx="2280378" cy="17878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feld 36">
              <a:extLst>
                <a:ext uri="{FF2B5EF4-FFF2-40B4-BE49-F238E27FC236}">
                  <a16:creationId xmlns:a16="http://schemas.microsoft.com/office/drawing/2014/main" id="{F36A4210-C5E4-7191-415E-1D2AF69A755F}"/>
                </a:ext>
              </a:extLst>
            </p:cNvPr>
            <p:cNvSpPr txBox="1"/>
            <p:nvPr/>
          </p:nvSpPr>
          <p:spPr>
            <a:xfrm>
              <a:off x="2763686" y="1939839"/>
              <a:ext cx="388248" cy="523220"/>
            </a:xfrm>
            <a:prstGeom prst="rect">
              <a:avLst/>
            </a:prstGeom>
            <a:noFill/>
          </p:spPr>
          <p:txBody>
            <a:bodyPr wrap="none" rtlCol="0">
              <a:spAutoFit/>
            </a:bodyPr>
            <a:lstStyle/>
            <a:p>
              <a:r>
                <a:rPr lang="de-DE" sz="2800" dirty="0"/>
                <a:t>i</a:t>
              </a:r>
              <a:r>
                <a:rPr lang="de-DE" sz="2800" baseline="-25000" dirty="0"/>
                <a:t>1</a:t>
              </a:r>
            </a:p>
          </p:txBody>
        </p:sp>
        <p:sp>
          <p:nvSpPr>
            <p:cNvPr id="38" name="Textfeld 37">
              <a:extLst>
                <a:ext uri="{FF2B5EF4-FFF2-40B4-BE49-F238E27FC236}">
                  <a16:creationId xmlns:a16="http://schemas.microsoft.com/office/drawing/2014/main" id="{73F031C9-1155-9647-9557-645EA5631C35}"/>
                </a:ext>
              </a:extLst>
            </p:cNvPr>
            <p:cNvSpPr txBox="1"/>
            <p:nvPr/>
          </p:nvSpPr>
          <p:spPr>
            <a:xfrm>
              <a:off x="2763686" y="3135286"/>
              <a:ext cx="388248" cy="523220"/>
            </a:xfrm>
            <a:prstGeom prst="rect">
              <a:avLst/>
            </a:prstGeom>
            <a:noFill/>
          </p:spPr>
          <p:txBody>
            <a:bodyPr wrap="none" rtlCol="0">
              <a:spAutoFit/>
            </a:bodyPr>
            <a:lstStyle/>
            <a:p>
              <a:r>
                <a:rPr lang="de-DE" sz="2800" dirty="0"/>
                <a:t>i</a:t>
              </a:r>
              <a:r>
                <a:rPr lang="de-DE" sz="2800" baseline="-25000" dirty="0"/>
                <a:t>2</a:t>
              </a:r>
            </a:p>
          </p:txBody>
        </p:sp>
        <p:sp>
          <p:nvSpPr>
            <p:cNvPr id="42" name="Textfeld 41">
              <a:extLst>
                <a:ext uri="{FF2B5EF4-FFF2-40B4-BE49-F238E27FC236}">
                  <a16:creationId xmlns:a16="http://schemas.microsoft.com/office/drawing/2014/main" id="{85FEE5CE-3427-D9B1-8FB5-3DF5295D1DA9}"/>
                </a:ext>
              </a:extLst>
            </p:cNvPr>
            <p:cNvSpPr txBox="1"/>
            <p:nvPr/>
          </p:nvSpPr>
          <p:spPr>
            <a:xfrm>
              <a:off x="2763686" y="4298311"/>
              <a:ext cx="388248" cy="523220"/>
            </a:xfrm>
            <a:prstGeom prst="rect">
              <a:avLst/>
            </a:prstGeom>
            <a:noFill/>
          </p:spPr>
          <p:txBody>
            <a:bodyPr wrap="none" rtlCol="0">
              <a:spAutoFit/>
            </a:bodyPr>
            <a:lstStyle/>
            <a:p>
              <a:r>
                <a:rPr lang="de-DE" sz="2800" dirty="0"/>
                <a:t>i</a:t>
              </a:r>
              <a:r>
                <a:rPr lang="de-DE" sz="2800" baseline="-25000" dirty="0"/>
                <a:t>3</a:t>
              </a:r>
            </a:p>
          </p:txBody>
        </p:sp>
        <p:sp>
          <p:nvSpPr>
            <p:cNvPr id="43" name="Textfeld 42">
              <a:extLst>
                <a:ext uri="{FF2B5EF4-FFF2-40B4-BE49-F238E27FC236}">
                  <a16:creationId xmlns:a16="http://schemas.microsoft.com/office/drawing/2014/main" id="{CF528A04-0725-D578-012D-3A20E48234C5}"/>
                </a:ext>
              </a:extLst>
            </p:cNvPr>
            <p:cNvSpPr txBox="1"/>
            <p:nvPr/>
          </p:nvSpPr>
          <p:spPr>
            <a:xfrm>
              <a:off x="10734395" y="3135286"/>
              <a:ext cx="373820" cy="523220"/>
            </a:xfrm>
            <a:prstGeom prst="rect">
              <a:avLst/>
            </a:prstGeom>
            <a:noFill/>
          </p:spPr>
          <p:txBody>
            <a:bodyPr wrap="none" rtlCol="0">
              <a:spAutoFit/>
            </a:bodyPr>
            <a:lstStyle/>
            <a:p>
              <a:r>
                <a:rPr lang="de-DE" sz="2800" dirty="0"/>
                <a:t>o</a:t>
              </a:r>
              <a:endParaRPr lang="de-DE" sz="2800" baseline="-25000" dirty="0"/>
            </a:p>
          </p:txBody>
        </p:sp>
        <p:sp>
          <p:nvSpPr>
            <p:cNvPr id="45" name="Textfeld 44">
              <a:extLst>
                <a:ext uri="{FF2B5EF4-FFF2-40B4-BE49-F238E27FC236}">
                  <a16:creationId xmlns:a16="http://schemas.microsoft.com/office/drawing/2014/main" id="{E93D0A51-1E9A-8038-0F39-D6FC7F0E5659}"/>
                </a:ext>
              </a:extLst>
            </p:cNvPr>
            <p:cNvSpPr txBox="1"/>
            <p:nvPr/>
          </p:nvSpPr>
          <p:spPr>
            <a:xfrm>
              <a:off x="8071915" y="1926783"/>
              <a:ext cx="562975" cy="523221"/>
            </a:xfrm>
            <a:prstGeom prst="rect">
              <a:avLst/>
            </a:prstGeom>
            <a:noFill/>
          </p:spPr>
          <p:txBody>
            <a:bodyPr wrap="none" rtlCol="0">
              <a:spAutoFit/>
            </a:bodyPr>
            <a:lstStyle/>
            <a:p>
              <a:r>
                <a:rPr lang="de-DE" sz="2800" dirty="0"/>
                <a:t>w</a:t>
              </a:r>
              <a:r>
                <a:rPr lang="de-DE" sz="2800" baseline="-25000" dirty="0"/>
                <a:t>1</a:t>
              </a:r>
            </a:p>
          </p:txBody>
        </p:sp>
        <p:sp>
          <p:nvSpPr>
            <p:cNvPr id="46" name="Textfeld 45">
              <a:extLst>
                <a:ext uri="{FF2B5EF4-FFF2-40B4-BE49-F238E27FC236}">
                  <a16:creationId xmlns:a16="http://schemas.microsoft.com/office/drawing/2014/main" id="{9A3A0724-1864-F815-A18C-0F8A1202579F}"/>
                </a:ext>
              </a:extLst>
            </p:cNvPr>
            <p:cNvSpPr txBox="1"/>
            <p:nvPr/>
          </p:nvSpPr>
          <p:spPr>
            <a:xfrm>
              <a:off x="8052868" y="2547814"/>
              <a:ext cx="562975" cy="523221"/>
            </a:xfrm>
            <a:prstGeom prst="rect">
              <a:avLst/>
            </a:prstGeom>
            <a:noFill/>
          </p:spPr>
          <p:txBody>
            <a:bodyPr wrap="none" rtlCol="0">
              <a:spAutoFit/>
            </a:bodyPr>
            <a:lstStyle/>
            <a:p>
              <a:r>
                <a:rPr lang="de-DE" sz="2800" dirty="0"/>
                <a:t>w</a:t>
              </a:r>
              <a:r>
                <a:rPr lang="de-DE" sz="2800" baseline="-25000" dirty="0"/>
                <a:t>2</a:t>
              </a:r>
            </a:p>
          </p:txBody>
        </p:sp>
        <p:sp>
          <p:nvSpPr>
            <p:cNvPr id="48" name="Textfeld 47">
              <a:extLst>
                <a:ext uri="{FF2B5EF4-FFF2-40B4-BE49-F238E27FC236}">
                  <a16:creationId xmlns:a16="http://schemas.microsoft.com/office/drawing/2014/main" id="{BAFC2CC5-F1D4-D359-1009-EB034B962911}"/>
                </a:ext>
              </a:extLst>
            </p:cNvPr>
            <p:cNvSpPr txBox="1"/>
            <p:nvPr/>
          </p:nvSpPr>
          <p:spPr>
            <a:xfrm>
              <a:off x="8074615" y="3036090"/>
              <a:ext cx="562975" cy="523221"/>
            </a:xfrm>
            <a:prstGeom prst="rect">
              <a:avLst/>
            </a:prstGeom>
            <a:noFill/>
          </p:spPr>
          <p:txBody>
            <a:bodyPr wrap="none" rtlCol="0">
              <a:spAutoFit/>
            </a:bodyPr>
            <a:lstStyle/>
            <a:p>
              <a:r>
                <a:rPr lang="de-DE" sz="2800" dirty="0"/>
                <a:t>w</a:t>
              </a:r>
              <a:r>
                <a:rPr lang="de-DE" sz="2800" baseline="-25000" dirty="0"/>
                <a:t>3</a:t>
              </a:r>
            </a:p>
          </p:txBody>
        </p:sp>
        <p:sp>
          <p:nvSpPr>
            <p:cNvPr id="49" name="Ellipse 48">
              <a:extLst>
                <a:ext uri="{FF2B5EF4-FFF2-40B4-BE49-F238E27FC236}">
                  <a16:creationId xmlns:a16="http://schemas.microsoft.com/office/drawing/2014/main" id="{258A0E29-4EEF-D984-D5FD-36E7D3251CE9}"/>
                </a:ext>
              </a:extLst>
            </p:cNvPr>
            <p:cNvSpPr/>
            <p:nvPr/>
          </p:nvSpPr>
          <p:spPr>
            <a:xfrm>
              <a:off x="3358886" y="1681107"/>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51" name="Ellipse 50">
              <a:extLst>
                <a:ext uri="{FF2B5EF4-FFF2-40B4-BE49-F238E27FC236}">
                  <a16:creationId xmlns:a16="http://schemas.microsoft.com/office/drawing/2014/main" id="{9DDE5E72-1A95-011E-3864-420C17A2055D}"/>
                </a:ext>
              </a:extLst>
            </p:cNvPr>
            <p:cNvSpPr/>
            <p:nvPr/>
          </p:nvSpPr>
          <p:spPr>
            <a:xfrm>
              <a:off x="6099962" y="1091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52" name="Gerade Verbindung mit Pfeil 51">
              <a:extLst>
                <a:ext uri="{FF2B5EF4-FFF2-40B4-BE49-F238E27FC236}">
                  <a16:creationId xmlns:a16="http://schemas.microsoft.com/office/drawing/2014/main" id="{8694EB47-FCCC-C60A-7FB3-D79736E747B0}"/>
                </a:ext>
              </a:extLst>
            </p:cNvPr>
            <p:cNvCxnSpPr>
              <a:cxnSpLocks/>
              <a:stCxn id="51" idx="6"/>
              <a:endCxn id="32" idx="2"/>
            </p:cNvCxnSpPr>
            <p:nvPr/>
          </p:nvCxnSpPr>
          <p:spPr>
            <a:xfrm>
              <a:off x="7179962" y="1631414"/>
              <a:ext cx="2276416" cy="18436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4" name="Textfeld 53">
              <a:extLst>
                <a:ext uri="{FF2B5EF4-FFF2-40B4-BE49-F238E27FC236}">
                  <a16:creationId xmlns:a16="http://schemas.microsoft.com/office/drawing/2014/main" id="{1B202536-BF7D-3C3A-DD0B-7FB8D87E121C}"/>
                </a:ext>
              </a:extLst>
            </p:cNvPr>
            <p:cNvSpPr txBox="1"/>
            <p:nvPr/>
          </p:nvSpPr>
          <p:spPr>
            <a:xfrm>
              <a:off x="8071916" y="4245216"/>
              <a:ext cx="562975" cy="523221"/>
            </a:xfrm>
            <a:prstGeom prst="rect">
              <a:avLst/>
            </a:prstGeom>
            <a:noFill/>
          </p:spPr>
          <p:txBody>
            <a:bodyPr wrap="none" rtlCol="0">
              <a:spAutoFit/>
            </a:bodyPr>
            <a:lstStyle/>
            <a:p>
              <a:r>
                <a:rPr lang="de-DE" sz="2800" dirty="0"/>
                <a:t>w</a:t>
              </a:r>
              <a:r>
                <a:rPr lang="de-DE" sz="2800" baseline="-25000" dirty="0"/>
                <a:t>4</a:t>
              </a:r>
            </a:p>
          </p:txBody>
        </p:sp>
        <p:sp>
          <p:nvSpPr>
            <p:cNvPr id="55" name="Ellipse 54">
              <a:extLst>
                <a:ext uri="{FF2B5EF4-FFF2-40B4-BE49-F238E27FC236}">
                  <a16:creationId xmlns:a16="http://schemas.microsoft.com/office/drawing/2014/main" id="{62273158-8CE0-8F2F-3A21-63EB8A53AD49}"/>
                </a:ext>
              </a:extLst>
            </p:cNvPr>
            <p:cNvSpPr/>
            <p:nvPr/>
          </p:nvSpPr>
          <p:spPr>
            <a:xfrm>
              <a:off x="3351559" y="288900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57" name="Ellipse 56">
              <a:extLst>
                <a:ext uri="{FF2B5EF4-FFF2-40B4-BE49-F238E27FC236}">
                  <a16:creationId xmlns:a16="http://schemas.microsoft.com/office/drawing/2014/main" id="{4BDF384B-833C-925E-E36A-07DABF485F68}"/>
                </a:ext>
              </a:extLst>
            </p:cNvPr>
            <p:cNvSpPr/>
            <p:nvPr/>
          </p:nvSpPr>
          <p:spPr>
            <a:xfrm>
              <a:off x="3358886" y="4096893"/>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58" name="Gerade Verbindung mit Pfeil 57">
              <a:extLst>
                <a:ext uri="{FF2B5EF4-FFF2-40B4-BE49-F238E27FC236}">
                  <a16:creationId xmlns:a16="http://schemas.microsoft.com/office/drawing/2014/main" id="{328EA472-B9F6-FFC9-8983-25EF45C2C05C}"/>
                </a:ext>
              </a:extLst>
            </p:cNvPr>
            <p:cNvCxnSpPr>
              <a:cxnSpLocks/>
              <a:stCxn id="49" idx="6"/>
              <a:endCxn id="51" idx="2"/>
            </p:cNvCxnSpPr>
            <p:nvPr/>
          </p:nvCxnSpPr>
          <p:spPr>
            <a:xfrm flipV="1">
              <a:off x="4438886" y="1631414"/>
              <a:ext cx="1661076" cy="5896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0" name="Gerade Verbindung mit Pfeil 59">
              <a:extLst>
                <a:ext uri="{FF2B5EF4-FFF2-40B4-BE49-F238E27FC236}">
                  <a16:creationId xmlns:a16="http://schemas.microsoft.com/office/drawing/2014/main" id="{0FAA7DDB-0E2A-6564-4DE8-2BA45C7F1341}"/>
                </a:ext>
              </a:extLst>
            </p:cNvPr>
            <p:cNvCxnSpPr>
              <a:cxnSpLocks/>
              <a:stCxn id="55" idx="6"/>
              <a:endCxn id="23" idx="2"/>
            </p:cNvCxnSpPr>
            <p:nvPr/>
          </p:nvCxnSpPr>
          <p:spPr>
            <a:xfrm flipV="1">
              <a:off x="4431559" y="2841914"/>
              <a:ext cx="1664441" cy="5870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1" name="Gerade Verbindung mit Pfeil 60">
              <a:extLst>
                <a:ext uri="{FF2B5EF4-FFF2-40B4-BE49-F238E27FC236}">
                  <a16:creationId xmlns:a16="http://schemas.microsoft.com/office/drawing/2014/main" id="{AD877F2F-FBBE-3E20-6219-39412F12AEA6}"/>
                </a:ext>
              </a:extLst>
            </p:cNvPr>
            <p:cNvCxnSpPr>
              <a:cxnSpLocks/>
              <a:stCxn id="55" idx="6"/>
              <a:endCxn id="20" idx="2"/>
            </p:cNvCxnSpPr>
            <p:nvPr/>
          </p:nvCxnSpPr>
          <p:spPr>
            <a:xfrm>
              <a:off x="4431559" y="3429000"/>
              <a:ext cx="1664441" cy="6234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3" name="Gerade Verbindung mit Pfeil 62">
              <a:extLst>
                <a:ext uri="{FF2B5EF4-FFF2-40B4-BE49-F238E27FC236}">
                  <a16:creationId xmlns:a16="http://schemas.microsoft.com/office/drawing/2014/main" id="{54AE024A-BEB7-2A7F-1D19-3D9A10ED31FD}"/>
                </a:ext>
              </a:extLst>
            </p:cNvPr>
            <p:cNvCxnSpPr>
              <a:cxnSpLocks/>
              <a:stCxn id="49" idx="6"/>
              <a:endCxn id="23" idx="2"/>
            </p:cNvCxnSpPr>
            <p:nvPr/>
          </p:nvCxnSpPr>
          <p:spPr>
            <a:xfrm>
              <a:off x="4438886" y="2221107"/>
              <a:ext cx="1657114" cy="620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4" name="Gerade Verbindung mit Pfeil 63">
              <a:extLst>
                <a:ext uri="{FF2B5EF4-FFF2-40B4-BE49-F238E27FC236}">
                  <a16:creationId xmlns:a16="http://schemas.microsoft.com/office/drawing/2014/main" id="{981319E1-7A68-BCCC-CD16-5F31CCB15AD2}"/>
                </a:ext>
              </a:extLst>
            </p:cNvPr>
            <p:cNvCxnSpPr>
              <a:cxnSpLocks/>
              <a:stCxn id="49" idx="6"/>
              <a:endCxn id="20" idx="2"/>
            </p:cNvCxnSpPr>
            <p:nvPr/>
          </p:nvCxnSpPr>
          <p:spPr>
            <a:xfrm>
              <a:off x="4438886" y="2221107"/>
              <a:ext cx="1657114" cy="18313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6" name="Gerade Verbindung mit Pfeil 65">
              <a:extLst>
                <a:ext uri="{FF2B5EF4-FFF2-40B4-BE49-F238E27FC236}">
                  <a16:creationId xmlns:a16="http://schemas.microsoft.com/office/drawing/2014/main" id="{8355E54E-7797-A6CF-C06F-F1EA33440E45}"/>
                </a:ext>
              </a:extLst>
            </p:cNvPr>
            <p:cNvCxnSpPr>
              <a:cxnSpLocks/>
              <a:stCxn id="49" idx="6"/>
              <a:endCxn id="22" idx="2"/>
            </p:cNvCxnSpPr>
            <p:nvPr/>
          </p:nvCxnSpPr>
          <p:spPr>
            <a:xfrm>
              <a:off x="4438886" y="2221107"/>
              <a:ext cx="1657114" cy="3041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7" name="Gerade Verbindung mit Pfeil 66">
              <a:extLst>
                <a:ext uri="{FF2B5EF4-FFF2-40B4-BE49-F238E27FC236}">
                  <a16:creationId xmlns:a16="http://schemas.microsoft.com/office/drawing/2014/main" id="{1B0E6523-33F2-8E8B-BB59-73BA05313E43}"/>
                </a:ext>
              </a:extLst>
            </p:cNvPr>
            <p:cNvCxnSpPr>
              <a:cxnSpLocks/>
              <a:stCxn id="55" idx="6"/>
              <a:endCxn id="51" idx="2"/>
            </p:cNvCxnSpPr>
            <p:nvPr/>
          </p:nvCxnSpPr>
          <p:spPr>
            <a:xfrm flipV="1">
              <a:off x="4431559" y="1631414"/>
              <a:ext cx="1668403" cy="17975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9" name="Gerade Verbindung mit Pfeil 68">
              <a:extLst>
                <a:ext uri="{FF2B5EF4-FFF2-40B4-BE49-F238E27FC236}">
                  <a16:creationId xmlns:a16="http://schemas.microsoft.com/office/drawing/2014/main" id="{A0F44D9E-D2D7-7BCC-5A58-36B11A8F7410}"/>
                </a:ext>
              </a:extLst>
            </p:cNvPr>
            <p:cNvCxnSpPr>
              <a:cxnSpLocks/>
              <a:stCxn id="55" idx="6"/>
              <a:endCxn id="22" idx="2"/>
            </p:cNvCxnSpPr>
            <p:nvPr/>
          </p:nvCxnSpPr>
          <p:spPr>
            <a:xfrm>
              <a:off x="4431559" y="3429000"/>
              <a:ext cx="1664441" cy="18339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0" name="Gerade Verbindung mit Pfeil 69">
              <a:extLst>
                <a:ext uri="{FF2B5EF4-FFF2-40B4-BE49-F238E27FC236}">
                  <a16:creationId xmlns:a16="http://schemas.microsoft.com/office/drawing/2014/main" id="{38E219B7-E7CB-38D1-25B6-F1E4C36EA7C5}"/>
                </a:ext>
              </a:extLst>
            </p:cNvPr>
            <p:cNvCxnSpPr>
              <a:cxnSpLocks/>
              <a:stCxn id="57" idx="6"/>
              <a:endCxn id="51" idx="2"/>
            </p:cNvCxnSpPr>
            <p:nvPr/>
          </p:nvCxnSpPr>
          <p:spPr>
            <a:xfrm flipV="1">
              <a:off x="4438886" y="1631414"/>
              <a:ext cx="1661076" cy="3005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2" name="Gerade Verbindung mit Pfeil 71">
              <a:extLst>
                <a:ext uri="{FF2B5EF4-FFF2-40B4-BE49-F238E27FC236}">
                  <a16:creationId xmlns:a16="http://schemas.microsoft.com/office/drawing/2014/main" id="{919CC8B1-70D0-9D8C-3E3C-C5D376E3F626}"/>
                </a:ext>
              </a:extLst>
            </p:cNvPr>
            <p:cNvCxnSpPr>
              <a:cxnSpLocks/>
              <a:stCxn id="57" idx="6"/>
              <a:endCxn id="23" idx="2"/>
            </p:cNvCxnSpPr>
            <p:nvPr/>
          </p:nvCxnSpPr>
          <p:spPr>
            <a:xfrm flipV="1">
              <a:off x="4438886" y="2841914"/>
              <a:ext cx="1657114" cy="17949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3" name="Gerade Verbindung mit Pfeil 72">
              <a:extLst>
                <a:ext uri="{FF2B5EF4-FFF2-40B4-BE49-F238E27FC236}">
                  <a16:creationId xmlns:a16="http://schemas.microsoft.com/office/drawing/2014/main" id="{CC168143-0F09-1DAD-848D-58BE871D1C95}"/>
                </a:ext>
              </a:extLst>
            </p:cNvPr>
            <p:cNvCxnSpPr>
              <a:cxnSpLocks/>
              <a:stCxn id="57" idx="6"/>
              <a:endCxn id="20" idx="2"/>
            </p:cNvCxnSpPr>
            <p:nvPr/>
          </p:nvCxnSpPr>
          <p:spPr>
            <a:xfrm flipV="1">
              <a:off x="4438886" y="4052414"/>
              <a:ext cx="1657114" cy="584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5" name="Gerade Verbindung mit Pfeil 74">
              <a:extLst>
                <a:ext uri="{FF2B5EF4-FFF2-40B4-BE49-F238E27FC236}">
                  <a16:creationId xmlns:a16="http://schemas.microsoft.com/office/drawing/2014/main" id="{FBC42C5A-BC3C-7323-0D1B-32D8FFF4ADE9}"/>
                </a:ext>
              </a:extLst>
            </p:cNvPr>
            <p:cNvCxnSpPr>
              <a:cxnSpLocks/>
              <a:stCxn id="57" idx="6"/>
              <a:endCxn id="22" idx="2"/>
            </p:cNvCxnSpPr>
            <p:nvPr/>
          </p:nvCxnSpPr>
          <p:spPr>
            <a:xfrm>
              <a:off x="4438886" y="4636893"/>
              <a:ext cx="1657114" cy="6260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6" name="Textfeld 75">
              <a:extLst>
                <a:ext uri="{FF2B5EF4-FFF2-40B4-BE49-F238E27FC236}">
                  <a16:creationId xmlns:a16="http://schemas.microsoft.com/office/drawing/2014/main" id="{F2B5E38F-F704-B590-A278-FD686883B778}"/>
                </a:ext>
              </a:extLst>
            </p:cNvPr>
            <p:cNvSpPr txBox="1"/>
            <p:nvPr/>
          </p:nvSpPr>
          <p:spPr>
            <a:xfrm>
              <a:off x="7242595" y="1231770"/>
              <a:ext cx="495649" cy="523221"/>
            </a:xfrm>
            <a:prstGeom prst="rect">
              <a:avLst/>
            </a:prstGeom>
            <a:noFill/>
          </p:spPr>
          <p:txBody>
            <a:bodyPr wrap="none" rtlCol="0">
              <a:spAutoFit/>
            </a:bodyPr>
            <a:lstStyle/>
            <a:p>
              <a:r>
                <a:rPr lang="de-DE" sz="2800" dirty="0"/>
                <a:t>h</a:t>
              </a:r>
              <a:r>
                <a:rPr lang="de-DE" sz="2800" baseline="-25000" dirty="0"/>
                <a:t>1</a:t>
              </a:r>
            </a:p>
          </p:txBody>
        </p:sp>
        <p:sp>
          <p:nvSpPr>
            <p:cNvPr id="78" name="Textfeld 77">
              <a:extLst>
                <a:ext uri="{FF2B5EF4-FFF2-40B4-BE49-F238E27FC236}">
                  <a16:creationId xmlns:a16="http://schemas.microsoft.com/office/drawing/2014/main" id="{6D1EAF0C-CAE0-D7A8-CC6F-E54E4C1759EE}"/>
                </a:ext>
              </a:extLst>
            </p:cNvPr>
            <p:cNvSpPr txBox="1"/>
            <p:nvPr/>
          </p:nvSpPr>
          <p:spPr>
            <a:xfrm>
              <a:off x="7242593" y="2263623"/>
              <a:ext cx="495649" cy="523221"/>
            </a:xfrm>
            <a:prstGeom prst="rect">
              <a:avLst/>
            </a:prstGeom>
            <a:noFill/>
          </p:spPr>
          <p:txBody>
            <a:bodyPr wrap="none" rtlCol="0">
              <a:spAutoFit/>
            </a:bodyPr>
            <a:lstStyle/>
            <a:p>
              <a:r>
                <a:rPr lang="de-DE" sz="2800" dirty="0"/>
                <a:t>h</a:t>
              </a:r>
              <a:r>
                <a:rPr lang="de-DE" sz="2800" baseline="-25000" dirty="0"/>
                <a:t>2</a:t>
              </a:r>
            </a:p>
          </p:txBody>
        </p:sp>
        <p:sp>
          <p:nvSpPr>
            <p:cNvPr id="79" name="Textfeld 78">
              <a:extLst>
                <a:ext uri="{FF2B5EF4-FFF2-40B4-BE49-F238E27FC236}">
                  <a16:creationId xmlns:a16="http://schemas.microsoft.com/office/drawing/2014/main" id="{038F5BB0-52FA-172E-1D55-DEBF43047094}"/>
                </a:ext>
              </a:extLst>
            </p:cNvPr>
            <p:cNvSpPr txBox="1"/>
            <p:nvPr/>
          </p:nvSpPr>
          <p:spPr>
            <a:xfrm>
              <a:off x="7245388" y="3245300"/>
              <a:ext cx="495649" cy="523221"/>
            </a:xfrm>
            <a:prstGeom prst="rect">
              <a:avLst/>
            </a:prstGeom>
            <a:noFill/>
          </p:spPr>
          <p:txBody>
            <a:bodyPr wrap="none" rtlCol="0">
              <a:spAutoFit/>
            </a:bodyPr>
            <a:lstStyle/>
            <a:p>
              <a:r>
                <a:rPr lang="de-DE" sz="2800" dirty="0"/>
                <a:t>h</a:t>
              </a:r>
              <a:r>
                <a:rPr lang="de-DE" sz="2800" baseline="-25000" dirty="0"/>
                <a:t>3</a:t>
              </a:r>
            </a:p>
          </p:txBody>
        </p:sp>
        <p:sp>
          <p:nvSpPr>
            <p:cNvPr id="80" name="Textfeld 79">
              <a:extLst>
                <a:ext uri="{FF2B5EF4-FFF2-40B4-BE49-F238E27FC236}">
                  <a16:creationId xmlns:a16="http://schemas.microsoft.com/office/drawing/2014/main" id="{07824318-AA36-B09D-FB74-02DE40EA4139}"/>
                </a:ext>
              </a:extLst>
            </p:cNvPr>
            <p:cNvSpPr txBox="1"/>
            <p:nvPr/>
          </p:nvSpPr>
          <p:spPr>
            <a:xfrm>
              <a:off x="7242593" y="4112727"/>
              <a:ext cx="495649" cy="523221"/>
            </a:xfrm>
            <a:prstGeom prst="rect">
              <a:avLst/>
            </a:prstGeom>
            <a:noFill/>
          </p:spPr>
          <p:txBody>
            <a:bodyPr wrap="none" rtlCol="0">
              <a:spAutoFit/>
            </a:bodyPr>
            <a:lstStyle/>
            <a:p>
              <a:r>
                <a:rPr lang="de-DE" sz="2800" dirty="0"/>
                <a:t>h</a:t>
              </a:r>
              <a:r>
                <a:rPr lang="de-DE" sz="2800" baseline="-25000" dirty="0"/>
                <a:t>4</a:t>
              </a:r>
            </a:p>
          </p:txBody>
        </p:sp>
      </p:grpSp>
      <mc:AlternateContent xmlns:mc="http://schemas.openxmlformats.org/markup-compatibility/2006" xmlns:a14="http://schemas.microsoft.com/office/drawing/2010/main">
        <mc:Choice Requires="a14">
          <p:sp>
            <p:nvSpPr>
              <p:cNvPr id="82" name="Textfeld 81">
                <a:extLst>
                  <a:ext uri="{FF2B5EF4-FFF2-40B4-BE49-F238E27FC236}">
                    <a16:creationId xmlns:a16="http://schemas.microsoft.com/office/drawing/2014/main" id="{F31D989F-77E0-01B3-6B6F-718D536B3823}"/>
                  </a:ext>
                </a:extLst>
              </p:cNvPr>
              <p:cNvSpPr txBox="1"/>
              <p:nvPr/>
            </p:nvSpPr>
            <p:spPr>
              <a:xfrm>
                <a:off x="2281706" y="4306024"/>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82" name="Textfeld 81">
                <a:extLst>
                  <a:ext uri="{FF2B5EF4-FFF2-40B4-BE49-F238E27FC236}">
                    <a16:creationId xmlns:a16="http://schemas.microsoft.com/office/drawing/2014/main" id="{F31D989F-77E0-01B3-6B6F-718D536B3823}"/>
                  </a:ext>
                </a:extLst>
              </p:cNvPr>
              <p:cNvSpPr txBox="1">
                <a:spLocks noRot="1" noChangeAspect="1" noMove="1" noResize="1" noEditPoints="1" noAdjustHandles="1" noChangeArrowheads="1" noChangeShapeType="1" noTextEdit="1"/>
              </p:cNvSpPr>
              <p:nvPr/>
            </p:nvSpPr>
            <p:spPr>
              <a:xfrm>
                <a:off x="2281706" y="4306024"/>
                <a:ext cx="4539640" cy="461665"/>
              </a:xfrm>
              <a:prstGeom prst="rect">
                <a:avLst/>
              </a:prstGeom>
              <a:blipFill>
                <a:blip r:embed="rId3"/>
                <a:stretch>
                  <a:fillRect b="-131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3" name="Textfeld 82">
                <a:extLst>
                  <a:ext uri="{FF2B5EF4-FFF2-40B4-BE49-F238E27FC236}">
                    <a16:creationId xmlns:a16="http://schemas.microsoft.com/office/drawing/2014/main" id="{DBDBDEE4-54F5-8DF7-8949-8BDEE1D11ED1}"/>
                  </a:ext>
                </a:extLst>
              </p:cNvPr>
              <p:cNvSpPr txBox="1"/>
              <p:nvPr/>
            </p:nvSpPr>
            <p:spPr>
              <a:xfrm>
                <a:off x="2281706" y="4828403"/>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83" name="Textfeld 82">
                <a:extLst>
                  <a:ext uri="{FF2B5EF4-FFF2-40B4-BE49-F238E27FC236}">
                    <a16:creationId xmlns:a16="http://schemas.microsoft.com/office/drawing/2014/main" id="{DBDBDEE4-54F5-8DF7-8949-8BDEE1D11ED1}"/>
                  </a:ext>
                </a:extLst>
              </p:cNvPr>
              <p:cNvSpPr txBox="1">
                <a:spLocks noRot="1" noChangeAspect="1" noMove="1" noResize="1" noEditPoints="1" noAdjustHandles="1" noChangeArrowheads="1" noChangeShapeType="1" noTextEdit="1"/>
              </p:cNvSpPr>
              <p:nvPr/>
            </p:nvSpPr>
            <p:spPr>
              <a:xfrm>
                <a:off x="2281706" y="4828403"/>
                <a:ext cx="4539640" cy="461665"/>
              </a:xfrm>
              <a:prstGeom prst="rect">
                <a:avLst/>
              </a:prstGeom>
              <a:blipFill>
                <a:blip r:embed="rId4"/>
                <a:stretch>
                  <a:fillRect b="-1316"/>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4" name="Textfeld 83">
                <a:extLst>
                  <a:ext uri="{FF2B5EF4-FFF2-40B4-BE49-F238E27FC236}">
                    <a16:creationId xmlns:a16="http://schemas.microsoft.com/office/drawing/2014/main" id="{07E0B492-9BEE-48C4-8544-46D2A5747B2C}"/>
                  </a:ext>
                </a:extLst>
              </p:cNvPr>
              <p:cNvSpPr txBox="1"/>
              <p:nvPr/>
            </p:nvSpPr>
            <p:spPr>
              <a:xfrm>
                <a:off x="2281706" y="5350782"/>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33</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84" name="Textfeld 83">
                <a:extLst>
                  <a:ext uri="{FF2B5EF4-FFF2-40B4-BE49-F238E27FC236}">
                    <a16:creationId xmlns:a16="http://schemas.microsoft.com/office/drawing/2014/main" id="{07E0B492-9BEE-48C4-8544-46D2A5747B2C}"/>
                  </a:ext>
                </a:extLst>
              </p:cNvPr>
              <p:cNvSpPr txBox="1">
                <a:spLocks noRot="1" noChangeAspect="1" noMove="1" noResize="1" noEditPoints="1" noAdjustHandles="1" noChangeArrowheads="1" noChangeShapeType="1" noTextEdit="1"/>
              </p:cNvSpPr>
              <p:nvPr/>
            </p:nvSpPr>
            <p:spPr>
              <a:xfrm>
                <a:off x="2281706" y="5350782"/>
                <a:ext cx="4539640" cy="461665"/>
              </a:xfrm>
              <a:prstGeom prst="rect">
                <a:avLst/>
              </a:prstGeom>
              <a:blipFill>
                <a:blip r:embed="rId5"/>
                <a:stretch>
                  <a:fillRect b="-13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85" name="Textfeld 84">
                <a:extLst>
                  <a:ext uri="{FF2B5EF4-FFF2-40B4-BE49-F238E27FC236}">
                    <a16:creationId xmlns:a16="http://schemas.microsoft.com/office/drawing/2014/main" id="{7DDA3C81-FC81-B821-B70E-3310B31A7D39}"/>
                  </a:ext>
                </a:extLst>
              </p:cNvPr>
              <p:cNvSpPr txBox="1"/>
              <p:nvPr/>
            </p:nvSpPr>
            <p:spPr>
              <a:xfrm>
                <a:off x="2281706" y="5873162"/>
                <a:ext cx="45396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4</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14</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1</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24</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34</m:t>
                          </m:r>
                        </m:sub>
                      </m:sSub>
                      <m:r>
                        <a:rPr lang="de-DE" sz="2400" b="0" i="1" smtClean="0">
                          <a:latin typeface="Cambria Math" panose="02040503050406030204" pitchFamily="18" charset="0"/>
                        </a:rPr>
                        <m:t>⋅</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oMath>
                  </m:oMathPara>
                </a14:m>
                <a:endParaRPr lang="de-DE" dirty="0"/>
              </a:p>
            </p:txBody>
          </p:sp>
        </mc:Choice>
        <mc:Fallback xmlns="">
          <p:sp>
            <p:nvSpPr>
              <p:cNvPr id="85" name="Textfeld 84">
                <a:extLst>
                  <a:ext uri="{FF2B5EF4-FFF2-40B4-BE49-F238E27FC236}">
                    <a16:creationId xmlns:a16="http://schemas.microsoft.com/office/drawing/2014/main" id="{7DDA3C81-FC81-B821-B70E-3310B31A7D39}"/>
                  </a:ext>
                </a:extLst>
              </p:cNvPr>
              <p:cNvSpPr txBox="1">
                <a:spLocks noRot="1" noChangeAspect="1" noMove="1" noResize="1" noEditPoints="1" noAdjustHandles="1" noChangeArrowheads="1" noChangeShapeType="1" noTextEdit="1"/>
              </p:cNvSpPr>
              <p:nvPr/>
            </p:nvSpPr>
            <p:spPr>
              <a:xfrm>
                <a:off x="2281706" y="5873162"/>
                <a:ext cx="4539640" cy="461665"/>
              </a:xfrm>
              <a:prstGeom prst="rect">
                <a:avLst/>
              </a:prstGeom>
              <a:blipFill>
                <a:blip r:embed="rId6"/>
                <a:stretch>
                  <a:fillRect b="-1316"/>
                </a:stretch>
              </a:blipFill>
            </p:spPr>
            <p:txBody>
              <a:bodyPr/>
              <a:lstStyle/>
              <a:p>
                <a:r>
                  <a:rPr lang="de-DE">
                    <a:noFill/>
                  </a:rPr>
                  <a:t> </a:t>
                </a:r>
              </a:p>
            </p:txBody>
          </p:sp>
        </mc:Fallback>
      </mc:AlternateContent>
    </p:spTree>
    <p:extLst>
      <p:ext uri="{BB962C8B-B14F-4D97-AF65-F5344CB8AC3E}">
        <p14:creationId xmlns:p14="http://schemas.microsoft.com/office/powerpoint/2010/main" val="2728609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54AD8-8BDA-3EF5-F8CA-30C1FFBAD996}"/>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84562A7E-7ABE-3D46-52B8-A3DB613CF82C}"/>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2E5EBF65-FD9D-4EA5-42C9-42109DE28742}"/>
              </a:ext>
            </a:extLst>
          </p:cNvPr>
          <p:cNvSpPr>
            <a:spLocks noGrp="1"/>
          </p:cNvSpPr>
          <p:nvPr>
            <p:ph type="sldNum" sz="quarter" idx="12"/>
          </p:nvPr>
        </p:nvSpPr>
        <p:spPr/>
        <p:txBody>
          <a:bodyPr/>
          <a:lstStyle/>
          <a:p>
            <a:fld id="{341CD41A-C668-429A-AD07-4F84BBC3B3E7}" type="slidenum">
              <a:rPr lang="de-DE" smtClean="0"/>
              <a:pPr/>
              <a:t>15</a:t>
            </a:fld>
            <a:endParaRPr lang="de-DE"/>
          </a:p>
        </p:txBody>
      </p:sp>
      <p:sp>
        <p:nvSpPr>
          <p:cNvPr id="5" name="Titel 4">
            <a:extLst>
              <a:ext uri="{FF2B5EF4-FFF2-40B4-BE49-F238E27FC236}">
                <a16:creationId xmlns:a16="http://schemas.microsoft.com/office/drawing/2014/main" id="{BF24C88E-93E3-382A-AA2A-F425FCB6AE0F}"/>
              </a:ext>
            </a:extLst>
          </p:cNvPr>
          <p:cNvSpPr>
            <a:spLocks noGrp="1"/>
          </p:cNvSpPr>
          <p:nvPr>
            <p:ph type="title"/>
          </p:nvPr>
        </p:nvSpPr>
        <p:spPr>
          <a:xfrm>
            <a:off x="390938" y="309634"/>
            <a:ext cx="11410124" cy="369332"/>
          </a:xfrm>
        </p:spPr>
        <p:txBody>
          <a:bodyPr/>
          <a:lstStyle/>
          <a:p>
            <a:r>
              <a:rPr lang="de-DE" dirty="0"/>
              <a:t>Problemstellung berechnen mit einem Single-Layer-Neural-Network</a:t>
            </a:r>
          </a:p>
        </p:txBody>
      </p:sp>
      <p:sp>
        <p:nvSpPr>
          <p:cNvPr id="6" name="Fußzeilenplatzhalter 5">
            <a:extLst>
              <a:ext uri="{FF2B5EF4-FFF2-40B4-BE49-F238E27FC236}">
                <a16:creationId xmlns:a16="http://schemas.microsoft.com/office/drawing/2014/main" id="{228147A3-FA7E-2D58-6AB8-9B381346125B}"/>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F784997A-FC45-53F7-1069-D071C6FE8AFE}"/>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27005AD4-5C7A-B163-70C6-51C9E7636C5D}"/>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1E174E79-97DA-BAD9-7890-C9A461058FFF}"/>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14C39F67-4DF0-9B4E-3B51-B026D7507DE0}"/>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CA3C38EE-B874-A3CD-FC5D-DC443E318511}"/>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6C35A9A3-A7F3-43EF-17AD-3491F5983489}"/>
                  </a:ext>
                </a:extLst>
              </p:cNvPr>
              <p:cNvSpPr txBox="1"/>
              <p:nvPr/>
            </p:nvSpPr>
            <p:spPr>
              <a:xfrm>
                <a:off x="7530410" y="4877772"/>
                <a:ext cx="4661590" cy="1544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𝑜</m:t>
                      </m:r>
                      <m:r>
                        <a:rPr lang="de-DE" sz="2400" b="0" i="1" smtClean="0">
                          <a:latin typeface="Cambria Math" panose="02040503050406030204" pitchFamily="18" charset="0"/>
                        </a:rPr>
                        <m:t>=</m:t>
                      </m:r>
                      <m:d>
                        <m:dPr>
                          <m:ctrlPr>
                            <a:rPr lang="de-DE" sz="2400" i="1" dirty="0">
                              <a:latin typeface="Cambria Math" panose="02040503050406030204" pitchFamily="18" charset="0"/>
                            </a:rPr>
                          </m:ctrlPr>
                        </m:dPr>
                        <m:e>
                          <m:m>
                            <m:mPr>
                              <m:plcHide m:val="on"/>
                              <m:mcs>
                                <m:mc>
                                  <m:mcPr>
                                    <m:count m:val="4"/>
                                    <m:mcJc m:val="center"/>
                                  </m:mcPr>
                                </m:mc>
                              </m:mcs>
                              <m:ctrlPr>
                                <a:rPr lang="de-DE" sz="2400" i="1" dirty="0">
                                  <a:latin typeface="Cambria Math" panose="02040503050406030204" pitchFamily="18" charset="0"/>
                                </a:rPr>
                              </m:ctrlPr>
                            </m:mPr>
                            <m:mr>
                              <m:e>
                                <m:sSub>
                                  <m:sSubPr>
                                    <m:ctrlPr>
                                      <a:rPr lang="de-DE" sz="2400" b="0" i="1" dirty="0" smtClean="0">
                                        <a:latin typeface="Cambria Math" panose="02040503050406030204" pitchFamily="18" charset="0"/>
                                      </a:rPr>
                                    </m:ctrlPr>
                                  </m:sSubPr>
                                  <m:e>
                                    <m:r>
                                      <a:rPr lang="de-DE" sz="2400" b="0" i="1" dirty="0" smtClean="0">
                                        <a:latin typeface="Cambria Math" panose="02040503050406030204" pitchFamily="18" charset="0"/>
                                      </a:rPr>
                                      <m:t>𝑤</m:t>
                                    </m:r>
                                  </m:e>
                                  <m:sub>
                                    <m:r>
                                      <a:rPr lang="de-DE" sz="2400" b="0" i="1" dirty="0" smtClean="0">
                                        <a:latin typeface="Cambria Math" panose="02040503050406030204" pitchFamily="18" charset="0"/>
                                      </a:rPr>
                                      <m:t>1</m:t>
                                    </m:r>
                                  </m:sub>
                                </m:sSub>
                              </m:e>
                              <m:e>
                                <m:sSub>
                                  <m:sSubPr>
                                    <m:ctrlPr>
                                      <a:rPr lang="de-DE" sz="2400" b="0" i="1" dirty="0" smtClean="0">
                                        <a:latin typeface="Cambria Math" panose="02040503050406030204" pitchFamily="18" charset="0"/>
                                      </a:rPr>
                                    </m:ctrlPr>
                                  </m:sSubPr>
                                  <m:e>
                                    <m:r>
                                      <a:rPr lang="de-DE" sz="2400" b="0" i="1" dirty="0" smtClean="0">
                                        <a:latin typeface="Cambria Math" panose="02040503050406030204" pitchFamily="18" charset="0"/>
                                      </a:rPr>
                                      <m:t>𝑤</m:t>
                                    </m:r>
                                  </m:e>
                                  <m:sub>
                                    <m:r>
                                      <a:rPr lang="de-DE" sz="2400" b="0" i="1" dirty="0" smtClean="0">
                                        <a:latin typeface="Cambria Math" panose="02040503050406030204" pitchFamily="18" charset="0"/>
                                      </a:rPr>
                                      <m:t>2</m:t>
                                    </m:r>
                                  </m:sub>
                                </m:sSub>
                              </m:e>
                              <m:e>
                                <m:sSub>
                                  <m:sSubPr>
                                    <m:ctrlPr>
                                      <a:rPr lang="de-DE" sz="2400" b="0" i="1" dirty="0" smtClean="0">
                                        <a:latin typeface="Cambria Math" panose="02040503050406030204" pitchFamily="18" charset="0"/>
                                      </a:rPr>
                                    </m:ctrlPr>
                                  </m:sSubPr>
                                  <m:e>
                                    <m:r>
                                      <a:rPr lang="de-DE" sz="2400" b="0" i="1" dirty="0" smtClean="0">
                                        <a:latin typeface="Cambria Math" panose="02040503050406030204" pitchFamily="18" charset="0"/>
                                      </a:rPr>
                                      <m:t>𝑤</m:t>
                                    </m:r>
                                  </m:e>
                                  <m:sub>
                                    <m:r>
                                      <a:rPr lang="de-DE" sz="2400" b="0" i="1" dirty="0" smtClean="0">
                                        <a:latin typeface="Cambria Math" panose="02040503050406030204" pitchFamily="18" charset="0"/>
                                      </a:rPr>
                                      <m:t>3</m:t>
                                    </m:r>
                                  </m:sub>
                                </m:sSub>
                              </m:e>
                              <m:e>
                                <m:sSub>
                                  <m:sSubPr>
                                    <m:ctrlPr>
                                      <a:rPr lang="de-DE" sz="2400" b="0" i="1" dirty="0" smtClean="0">
                                        <a:latin typeface="Cambria Math" panose="02040503050406030204" pitchFamily="18" charset="0"/>
                                      </a:rPr>
                                    </m:ctrlPr>
                                  </m:sSubPr>
                                  <m:e>
                                    <m:r>
                                      <a:rPr lang="de-DE" sz="2400" b="0" i="1" dirty="0" smtClean="0">
                                        <a:latin typeface="Cambria Math" panose="02040503050406030204" pitchFamily="18" charset="0"/>
                                      </a:rPr>
                                      <m:t>𝑤</m:t>
                                    </m:r>
                                  </m:e>
                                  <m:sub>
                                    <m:r>
                                      <a:rPr lang="de-DE" sz="2400" b="0" i="1" dirty="0" smtClean="0">
                                        <a:latin typeface="Cambria Math" panose="02040503050406030204" pitchFamily="18" charset="0"/>
                                      </a:rPr>
                                      <m:t>4</m:t>
                                    </m:r>
                                  </m:sub>
                                </m:sSub>
                              </m:e>
                            </m:mr>
                          </m:m>
                        </m:e>
                      </m:d>
                      <m:r>
                        <a:rPr lang="de-DE" sz="2400" b="0" i="1" dirty="0" smtClean="0">
                          <a:latin typeface="Cambria Math" panose="02040503050406030204" pitchFamily="18" charset="0"/>
                        </a:rPr>
                        <m:t>⋅</m:t>
                      </m:r>
                      <m:d>
                        <m:dPr>
                          <m:ctrlPr>
                            <a:rPr lang="de-DE" sz="2400" i="1">
                              <a:latin typeface="Cambria Math" panose="02040503050406030204" pitchFamily="18" charset="0"/>
                            </a:rPr>
                          </m:ctrlPr>
                        </m:dPr>
                        <m:e>
                          <m:r>
                            <a:rPr lang="de-DE" sz="2400" b="0" i="1" smtClean="0">
                              <a:latin typeface="Cambria Math" panose="02040503050406030204" pitchFamily="18" charset="0"/>
                            </a:rPr>
                            <m:t> </m:t>
                          </m:r>
                          <m:m>
                            <m:mPr>
                              <m:plcHide m:val="on"/>
                              <m:mcs>
                                <m:mc>
                                  <m:mcPr>
                                    <m:count m:val="1"/>
                                    <m:mcJc m:val="center"/>
                                  </m:mcPr>
                                </m:mc>
                              </m:mcs>
                              <m:ctrlPr>
                                <a:rPr lang="de-DE" sz="2400" i="1">
                                  <a:latin typeface="Cambria Math" panose="02040503050406030204" pitchFamily="18" charset="0"/>
                                </a:rPr>
                              </m:ctrlPr>
                            </m:mPr>
                            <m:mr>
                              <m:e>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1</m:t>
                                    </m:r>
                                  </m:sub>
                                </m:sSub>
                              </m:e>
                            </m:mr>
                            <m:mr>
                              <m:e>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2</m:t>
                                    </m:r>
                                  </m:sub>
                                </m:sSub>
                              </m:e>
                            </m:mr>
                            <m:mr>
                              <m:e>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3</m:t>
                                    </m:r>
                                  </m:sub>
                                </m:sSub>
                              </m:e>
                            </m:mr>
                            <m:mr>
                              <m:e>
                                <m:sSub>
                                  <m:sSubPr>
                                    <m:ctrlPr>
                                      <a:rPr lang="de-DE" sz="2400" i="1">
                                        <a:latin typeface="Cambria Math" panose="02040503050406030204" pitchFamily="18" charset="0"/>
                                      </a:rPr>
                                    </m:ctrlPr>
                                  </m:sSubPr>
                                  <m:e>
                                    <m:r>
                                      <a:rPr lang="de-DE" sz="2400" i="1">
                                        <a:latin typeface="Cambria Math" panose="02040503050406030204" pitchFamily="18" charset="0"/>
                                      </a:rPr>
                                      <m:t>h</m:t>
                                    </m:r>
                                  </m:e>
                                  <m:sub>
                                    <m:r>
                                      <a:rPr lang="de-DE" sz="2400" i="1">
                                        <a:latin typeface="Cambria Math" panose="02040503050406030204" pitchFamily="18" charset="0"/>
                                      </a:rPr>
                                      <m:t>4</m:t>
                                    </m:r>
                                  </m:sub>
                                </m:sSub>
                              </m:e>
                            </m:mr>
                          </m:m>
                          <m:r>
                            <a:rPr lang="de-DE" sz="2400" b="0" i="1" smtClean="0">
                              <a:latin typeface="Cambria Math" panose="02040503050406030204" pitchFamily="18" charset="0"/>
                            </a:rPr>
                            <m:t> </m:t>
                          </m:r>
                        </m:e>
                      </m:d>
                    </m:oMath>
                  </m:oMathPara>
                </a14:m>
                <a:endParaRPr lang="de-DE" sz="2400" i="1" dirty="0"/>
              </a:p>
            </p:txBody>
          </p:sp>
        </mc:Choice>
        <mc:Fallback xmlns="">
          <p:sp>
            <p:nvSpPr>
              <p:cNvPr id="31" name="Textfeld 30">
                <a:extLst>
                  <a:ext uri="{FF2B5EF4-FFF2-40B4-BE49-F238E27FC236}">
                    <a16:creationId xmlns:a16="http://schemas.microsoft.com/office/drawing/2014/main" id="{6C35A9A3-A7F3-43EF-17AD-3491F5983489}"/>
                  </a:ext>
                </a:extLst>
              </p:cNvPr>
              <p:cNvSpPr txBox="1">
                <a:spLocks noRot="1" noChangeAspect="1" noMove="1" noResize="1" noEditPoints="1" noAdjustHandles="1" noChangeArrowheads="1" noChangeShapeType="1" noTextEdit="1"/>
              </p:cNvSpPr>
              <p:nvPr/>
            </p:nvSpPr>
            <p:spPr>
              <a:xfrm>
                <a:off x="7530410" y="4877772"/>
                <a:ext cx="4661590" cy="1544654"/>
              </a:xfrm>
              <a:prstGeom prst="rect">
                <a:avLst/>
              </a:prstGeom>
              <a:blipFill>
                <a:blip r:embed="rId2"/>
                <a:stretch>
                  <a:fillRect/>
                </a:stretch>
              </a:blipFill>
            </p:spPr>
            <p:txBody>
              <a:bodyPr/>
              <a:lstStyle/>
              <a:p>
                <a:r>
                  <a:rPr lang="de-DE">
                    <a:noFill/>
                  </a:rPr>
                  <a:t> </a:t>
                </a:r>
              </a:p>
            </p:txBody>
          </p:sp>
        </mc:Fallback>
      </mc:AlternateContent>
      <p:grpSp>
        <p:nvGrpSpPr>
          <p:cNvPr id="81" name="Gruppieren 80">
            <a:extLst>
              <a:ext uri="{FF2B5EF4-FFF2-40B4-BE49-F238E27FC236}">
                <a16:creationId xmlns:a16="http://schemas.microsoft.com/office/drawing/2014/main" id="{7D1C241F-DD21-8654-60B9-66A1359E588E}"/>
              </a:ext>
            </a:extLst>
          </p:cNvPr>
          <p:cNvGrpSpPr/>
          <p:nvPr/>
        </p:nvGrpSpPr>
        <p:grpSpPr>
          <a:xfrm>
            <a:off x="3270534" y="772183"/>
            <a:ext cx="6103867" cy="3446374"/>
            <a:chOff x="2763686" y="1091414"/>
            <a:chExt cx="8344529" cy="4711500"/>
          </a:xfrm>
        </p:grpSpPr>
        <p:sp>
          <p:nvSpPr>
            <p:cNvPr id="20" name="Ellipse 19">
              <a:extLst>
                <a:ext uri="{FF2B5EF4-FFF2-40B4-BE49-F238E27FC236}">
                  <a16:creationId xmlns:a16="http://schemas.microsoft.com/office/drawing/2014/main" id="{806B8DBF-721F-4613-904B-91E59C286CE6}"/>
                </a:ext>
              </a:extLst>
            </p:cNvPr>
            <p:cNvSpPr/>
            <p:nvPr/>
          </p:nvSpPr>
          <p:spPr>
            <a:xfrm>
              <a:off x="6096000" y="35124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2" name="Ellipse 21">
              <a:extLst>
                <a:ext uri="{FF2B5EF4-FFF2-40B4-BE49-F238E27FC236}">
                  <a16:creationId xmlns:a16="http://schemas.microsoft.com/office/drawing/2014/main" id="{C4D37E13-7ACE-862C-965F-C55821009EBE}"/>
                </a:ext>
              </a:extLst>
            </p:cNvPr>
            <p:cNvSpPr/>
            <p:nvPr/>
          </p:nvSpPr>
          <p:spPr>
            <a:xfrm>
              <a:off x="6096000" y="4722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23" name="Ellipse 22">
              <a:extLst>
                <a:ext uri="{FF2B5EF4-FFF2-40B4-BE49-F238E27FC236}">
                  <a16:creationId xmlns:a16="http://schemas.microsoft.com/office/drawing/2014/main" id="{7A248248-B356-F830-EB83-9EE668EA92C7}"/>
                </a:ext>
              </a:extLst>
            </p:cNvPr>
            <p:cNvSpPr/>
            <p:nvPr/>
          </p:nvSpPr>
          <p:spPr>
            <a:xfrm>
              <a:off x="6096000" y="2301914"/>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32" name="Ellipse 31">
              <a:extLst>
                <a:ext uri="{FF2B5EF4-FFF2-40B4-BE49-F238E27FC236}">
                  <a16:creationId xmlns:a16="http://schemas.microsoft.com/office/drawing/2014/main" id="{7461D114-BA12-EC26-A32A-1E06BA53064E}"/>
                </a:ext>
              </a:extLst>
            </p:cNvPr>
            <p:cNvSpPr/>
            <p:nvPr/>
          </p:nvSpPr>
          <p:spPr>
            <a:xfrm>
              <a:off x="9456378" y="293509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33" name="Gerade Verbindung mit Pfeil 32">
              <a:extLst>
                <a:ext uri="{FF2B5EF4-FFF2-40B4-BE49-F238E27FC236}">
                  <a16:creationId xmlns:a16="http://schemas.microsoft.com/office/drawing/2014/main" id="{0D1BC276-EC1A-09CE-8480-7583ADA0EE93}"/>
                </a:ext>
              </a:extLst>
            </p:cNvPr>
            <p:cNvCxnSpPr>
              <a:cxnSpLocks/>
              <a:stCxn id="23" idx="6"/>
              <a:endCxn id="32" idx="2"/>
            </p:cNvCxnSpPr>
            <p:nvPr/>
          </p:nvCxnSpPr>
          <p:spPr>
            <a:xfrm>
              <a:off x="7176000" y="2841914"/>
              <a:ext cx="2280378" cy="6331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Gerade Verbindung mit Pfeil 33">
              <a:extLst>
                <a:ext uri="{FF2B5EF4-FFF2-40B4-BE49-F238E27FC236}">
                  <a16:creationId xmlns:a16="http://schemas.microsoft.com/office/drawing/2014/main" id="{31D9D06A-8176-D903-A711-B7FDCA6E41F4}"/>
                </a:ext>
              </a:extLst>
            </p:cNvPr>
            <p:cNvCxnSpPr>
              <a:cxnSpLocks/>
              <a:stCxn id="20" idx="6"/>
              <a:endCxn id="32" idx="2"/>
            </p:cNvCxnSpPr>
            <p:nvPr/>
          </p:nvCxnSpPr>
          <p:spPr>
            <a:xfrm flipV="1">
              <a:off x="7176000" y="3475090"/>
              <a:ext cx="2280378" cy="5773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Gerade Verbindung mit Pfeil 34">
              <a:extLst>
                <a:ext uri="{FF2B5EF4-FFF2-40B4-BE49-F238E27FC236}">
                  <a16:creationId xmlns:a16="http://schemas.microsoft.com/office/drawing/2014/main" id="{1D0E9345-E3B9-B037-215E-FEC39B9810F7}"/>
                </a:ext>
              </a:extLst>
            </p:cNvPr>
            <p:cNvCxnSpPr>
              <a:cxnSpLocks/>
              <a:stCxn id="22" idx="6"/>
              <a:endCxn id="32" idx="2"/>
            </p:cNvCxnSpPr>
            <p:nvPr/>
          </p:nvCxnSpPr>
          <p:spPr>
            <a:xfrm flipV="1">
              <a:off x="7176000" y="3475090"/>
              <a:ext cx="2280378" cy="178782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7" name="Textfeld 36">
              <a:extLst>
                <a:ext uri="{FF2B5EF4-FFF2-40B4-BE49-F238E27FC236}">
                  <a16:creationId xmlns:a16="http://schemas.microsoft.com/office/drawing/2014/main" id="{87F809D9-D49F-4F1D-8D5D-CBDC6E0D76DA}"/>
                </a:ext>
              </a:extLst>
            </p:cNvPr>
            <p:cNvSpPr txBox="1"/>
            <p:nvPr/>
          </p:nvSpPr>
          <p:spPr>
            <a:xfrm>
              <a:off x="2763686" y="1939839"/>
              <a:ext cx="388248" cy="523220"/>
            </a:xfrm>
            <a:prstGeom prst="rect">
              <a:avLst/>
            </a:prstGeom>
            <a:noFill/>
          </p:spPr>
          <p:txBody>
            <a:bodyPr wrap="none" rtlCol="0">
              <a:spAutoFit/>
            </a:bodyPr>
            <a:lstStyle/>
            <a:p>
              <a:r>
                <a:rPr lang="de-DE" sz="2800" dirty="0"/>
                <a:t>i</a:t>
              </a:r>
              <a:r>
                <a:rPr lang="de-DE" sz="2800" baseline="-25000" dirty="0"/>
                <a:t>1</a:t>
              </a:r>
            </a:p>
          </p:txBody>
        </p:sp>
        <p:sp>
          <p:nvSpPr>
            <p:cNvPr id="38" name="Textfeld 37">
              <a:extLst>
                <a:ext uri="{FF2B5EF4-FFF2-40B4-BE49-F238E27FC236}">
                  <a16:creationId xmlns:a16="http://schemas.microsoft.com/office/drawing/2014/main" id="{E7EEDD23-06AB-A6B0-C238-F07AD9CDBC97}"/>
                </a:ext>
              </a:extLst>
            </p:cNvPr>
            <p:cNvSpPr txBox="1"/>
            <p:nvPr/>
          </p:nvSpPr>
          <p:spPr>
            <a:xfrm>
              <a:off x="2763686" y="3135286"/>
              <a:ext cx="388248" cy="523220"/>
            </a:xfrm>
            <a:prstGeom prst="rect">
              <a:avLst/>
            </a:prstGeom>
            <a:noFill/>
          </p:spPr>
          <p:txBody>
            <a:bodyPr wrap="none" rtlCol="0">
              <a:spAutoFit/>
            </a:bodyPr>
            <a:lstStyle/>
            <a:p>
              <a:r>
                <a:rPr lang="de-DE" sz="2800" dirty="0"/>
                <a:t>i</a:t>
              </a:r>
              <a:r>
                <a:rPr lang="de-DE" sz="2800" baseline="-25000" dirty="0"/>
                <a:t>2</a:t>
              </a:r>
            </a:p>
          </p:txBody>
        </p:sp>
        <p:sp>
          <p:nvSpPr>
            <p:cNvPr id="42" name="Textfeld 41">
              <a:extLst>
                <a:ext uri="{FF2B5EF4-FFF2-40B4-BE49-F238E27FC236}">
                  <a16:creationId xmlns:a16="http://schemas.microsoft.com/office/drawing/2014/main" id="{C9C0967A-AD2F-0248-4890-F95640A91DE2}"/>
                </a:ext>
              </a:extLst>
            </p:cNvPr>
            <p:cNvSpPr txBox="1"/>
            <p:nvPr/>
          </p:nvSpPr>
          <p:spPr>
            <a:xfrm>
              <a:off x="2763686" y="4298311"/>
              <a:ext cx="388248" cy="523220"/>
            </a:xfrm>
            <a:prstGeom prst="rect">
              <a:avLst/>
            </a:prstGeom>
            <a:noFill/>
          </p:spPr>
          <p:txBody>
            <a:bodyPr wrap="none" rtlCol="0">
              <a:spAutoFit/>
            </a:bodyPr>
            <a:lstStyle/>
            <a:p>
              <a:r>
                <a:rPr lang="de-DE" sz="2800" dirty="0"/>
                <a:t>i</a:t>
              </a:r>
              <a:r>
                <a:rPr lang="de-DE" sz="2800" baseline="-25000" dirty="0"/>
                <a:t>3</a:t>
              </a:r>
            </a:p>
          </p:txBody>
        </p:sp>
        <p:sp>
          <p:nvSpPr>
            <p:cNvPr id="43" name="Textfeld 42">
              <a:extLst>
                <a:ext uri="{FF2B5EF4-FFF2-40B4-BE49-F238E27FC236}">
                  <a16:creationId xmlns:a16="http://schemas.microsoft.com/office/drawing/2014/main" id="{2ED3C2EC-27D7-C34F-29AE-58C80116D6DA}"/>
                </a:ext>
              </a:extLst>
            </p:cNvPr>
            <p:cNvSpPr txBox="1"/>
            <p:nvPr/>
          </p:nvSpPr>
          <p:spPr>
            <a:xfrm>
              <a:off x="10734395" y="3135286"/>
              <a:ext cx="373820" cy="523220"/>
            </a:xfrm>
            <a:prstGeom prst="rect">
              <a:avLst/>
            </a:prstGeom>
            <a:noFill/>
          </p:spPr>
          <p:txBody>
            <a:bodyPr wrap="none" rtlCol="0">
              <a:spAutoFit/>
            </a:bodyPr>
            <a:lstStyle/>
            <a:p>
              <a:r>
                <a:rPr lang="de-DE" sz="2800" dirty="0"/>
                <a:t>o</a:t>
              </a:r>
              <a:endParaRPr lang="de-DE" sz="2800" baseline="-25000" dirty="0"/>
            </a:p>
          </p:txBody>
        </p:sp>
        <p:sp>
          <p:nvSpPr>
            <p:cNvPr id="45" name="Textfeld 44">
              <a:extLst>
                <a:ext uri="{FF2B5EF4-FFF2-40B4-BE49-F238E27FC236}">
                  <a16:creationId xmlns:a16="http://schemas.microsoft.com/office/drawing/2014/main" id="{185EB30A-B669-EAC4-47D9-B48067396699}"/>
                </a:ext>
              </a:extLst>
            </p:cNvPr>
            <p:cNvSpPr txBox="1"/>
            <p:nvPr/>
          </p:nvSpPr>
          <p:spPr>
            <a:xfrm>
              <a:off x="8071915" y="1926783"/>
              <a:ext cx="562975" cy="523221"/>
            </a:xfrm>
            <a:prstGeom prst="rect">
              <a:avLst/>
            </a:prstGeom>
            <a:noFill/>
          </p:spPr>
          <p:txBody>
            <a:bodyPr wrap="none" rtlCol="0">
              <a:spAutoFit/>
            </a:bodyPr>
            <a:lstStyle/>
            <a:p>
              <a:r>
                <a:rPr lang="de-DE" sz="2800" dirty="0"/>
                <a:t>w</a:t>
              </a:r>
              <a:r>
                <a:rPr lang="de-DE" sz="2800" baseline="-25000" dirty="0"/>
                <a:t>1</a:t>
              </a:r>
            </a:p>
          </p:txBody>
        </p:sp>
        <p:sp>
          <p:nvSpPr>
            <p:cNvPr id="46" name="Textfeld 45">
              <a:extLst>
                <a:ext uri="{FF2B5EF4-FFF2-40B4-BE49-F238E27FC236}">
                  <a16:creationId xmlns:a16="http://schemas.microsoft.com/office/drawing/2014/main" id="{FFDE80B0-8F27-A053-2241-9949C19F5ABE}"/>
                </a:ext>
              </a:extLst>
            </p:cNvPr>
            <p:cNvSpPr txBox="1"/>
            <p:nvPr/>
          </p:nvSpPr>
          <p:spPr>
            <a:xfrm>
              <a:off x="8052868" y="2547814"/>
              <a:ext cx="562975" cy="523221"/>
            </a:xfrm>
            <a:prstGeom prst="rect">
              <a:avLst/>
            </a:prstGeom>
            <a:noFill/>
          </p:spPr>
          <p:txBody>
            <a:bodyPr wrap="none" rtlCol="0">
              <a:spAutoFit/>
            </a:bodyPr>
            <a:lstStyle/>
            <a:p>
              <a:r>
                <a:rPr lang="de-DE" sz="2800" dirty="0"/>
                <a:t>w</a:t>
              </a:r>
              <a:r>
                <a:rPr lang="de-DE" sz="2800" baseline="-25000" dirty="0"/>
                <a:t>2</a:t>
              </a:r>
            </a:p>
          </p:txBody>
        </p:sp>
        <p:sp>
          <p:nvSpPr>
            <p:cNvPr id="48" name="Textfeld 47">
              <a:extLst>
                <a:ext uri="{FF2B5EF4-FFF2-40B4-BE49-F238E27FC236}">
                  <a16:creationId xmlns:a16="http://schemas.microsoft.com/office/drawing/2014/main" id="{2D249C4A-764F-D4D3-6C64-2A4C2B116414}"/>
                </a:ext>
              </a:extLst>
            </p:cNvPr>
            <p:cNvSpPr txBox="1"/>
            <p:nvPr/>
          </p:nvSpPr>
          <p:spPr>
            <a:xfrm>
              <a:off x="8074615" y="3036090"/>
              <a:ext cx="562975" cy="523221"/>
            </a:xfrm>
            <a:prstGeom prst="rect">
              <a:avLst/>
            </a:prstGeom>
            <a:noFill/>
          </p:spPr>
          <p:txBody>
            <a:bodyPr wrap="none" rtlCol="0">
              <a:spAutoFit/>
            </a:bodyPr>
            <a:lstStyle/>
            <a:p>
              <a:r>
                <a:rPr lang="de-DE" sz="2800" dirty="0"/>
                <a:t>w</a:t>
              </a:r>
              <a:r>
                <a:rPr lang="de-DE" sz="2800" baseline="-25000" dirty="0"/>
                <a:t>3</a:t>
              </a:r>
            </a:p>
          </p:txBody>
        </p:sp>
        <p:sp>
          <p:nvSpPr>
            <p:cNvPr id="49" name="Ellipse 48">
              <a:extLst>
                <a:ext uri="{FF2B5EF4-FFF2-40B4-BE49-F238E27FC236}">
                  <a16:creationId xmlns:a16="http://schemas.microsoft.com/office/drawing/2014/main" id="{5DAD638A-E9C8-79FC-CB7F-689473E8114F}"/>
                </a:ext>
              </a:extLst>
            </p:cNvPr>
            <p:cNvSpPr/>
            <p:nvPr/>
          </p:nvSpPr>
          <p:spPr>
            <a:xfrm>
              <a:off x="3358886" y="1681107"/>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51" name="Ellipse 50">
              <a:extLst>
                <a:ext uri="{FF2B5EF4-FFF2-40B4-BE49-F238E27FC236}">
                  <a16:creationId xmlns:a16="http://schemas.microsoft.com/office/drawing/2014/main" id="{BD4125BF-DE24-8441-F69B-EFE47F79085B}"/>
                </a:ext>
              </a:extLst>
            </p:cNvPr>
            <p:cNvSpPr/>
            <p:nvPr/>
          </p:nvSpPr>
          <p:spPr>
            <a:xfrm>
              <a:off x="6099962" y="1091414"/>
              <a:ext cx="1080000" cy="1080000"/>
            </a:xfrm>
            <a:prstGeom prst="ellipse">
              <a:avLst/>
            </a:prstGeom>
            <a:noFill/>
            <a:ln w="38100" cap="flat" cmpd="sng" algn="ctr">
              <a:solidFill>
                <a:srgbClr val="00B05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cxnSp>
          <p:nvCxnSpPr>
            <p:cNvPr id="52" name="Gerade Verbindung mit Pfeil 51">
              <a:extLst>
                <a:ext uri="{FF2B5EF4-FFF2-40B4-BE49-F238E27FC236}">
                  <a16:creationId xmlns:a16="http://schemas.microsoft.com/office/drawing/2014/main" id="{39A2A9EF-BF39-6D54-2263-0844C81B1273}"/>
                </a:ext>
              </a:extLst>
            </p:cNvPr>
            <p:cNvCxnSpPr>
              <a:cxnSpLocks/>
              <a:stCxn id="51" idx="6"/>
              <a:endCxn id="32" idx="2"/>
            </p:cNvCxnSpPr>
            <p:nvPr/>
          </p:nvCxnSpPr>
          <p:spPr>
            <a:xfrm>
              <a:off x="7179962" y="1631414"/>
              <a:ext cx="2276416" cy="184367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54" name="Textfeld 53">
              <a:extLst>
                <a:ext uri="{FF2B5EF4-FFF2-40B4-BE49-F238E27FC236}">
                  <a16:creationId xmlns:a16="http://schemas.microsoft.com/office/drawing/2014/main" id="{79751C31-17AC-00FA-63FD-10E80C6AAB7F}"/>
                </a:ext>
              </a:extLst>
            </p:cNvPr>
            <p:cNvSpPr txBox="1"/>
            <p:nvPr/>
          </p:nvSpPr>
          <p:spPr>
            <a:xfrm>
              <a:off x="8071916" y="4245216"/>
              <a:ext cx="562975" cy="523221"/>
            </a:xfrm>
            <a:prstGeom prst="rect">
              <a:avLst/>
            </a:prstGeom>
            <a:noFill/>
          </p:spPr>
          <p:txBody>
            <a:bodyPr wrap="none" rtlCol="0">
              <a:spAutoFit/>
            </a:bodyPr>
            <a:lstStyle/>
            <a:p>
              <a:r>
                <a:rPr lang="de-DE" sz="2800" dirty="0"/>
                <a:t>w</a:t>
              </a:r>
              <a:r>
                <a:rPr lang="de-DE" sz="2800" baseline="-25000" dirty="0"/>
                <a:t>4</a:t>
              </a:r>
            </a:p>
          </p:txBody>
        </p:sp>
        <p:sp>
          <p:nvSpPr>
            <p:cNvPr id="55" name="Ellipse 54">
              <a:extLst>
                <a:ext uri="{FF2B5EF4-FFF2-40B4-BE49-F238E27FC236}">
                  <a16:creationId xmlns:a16="http://schemas.microsoft.com/office/drawing/2014/main" id="{810DFF99-2905-256A-AEB4-66A5A22AD612}"/>
                </a:ext>
              </a:extLst>
            </p:cNvPr>
            <p:cNvSpPr/>
            <p:nvPr/>
          </p:nvSpPr>
          <p:spPr>
            <a:xfrm>
              <a:off x="3351559" y="2889000"/>
              <a:ext cx="1080000" cy="1080000"/>
            </a:xfrm>
            <a:prstGeom prst="ellipse">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p>
          </p:txBody>
        </p:sp>
        <p:sp>
          <p:nvSpPr>
            <p:cNvPr id="57" name="Ellipse 56">
              <a:extLst>
                <a:ext uri="{FF2B5EF4-FFF2-40B4-BE49-F238E27FC236}">
                  <a16:creationId xmlns:a16="http://schemas.microsoft.com/office/drawing/2014/main" id="{F76DE6DE-DDD8-3348-CC22-C4B3EA73085B}"/>
                </a:ext>
              </a:extLst>
            </p:cNvPr>
            <p:cNvSpPr/>
            <p:nvPr/>
          </p:nvSpPr>
          <p:spPr>
            <a:xfrm>
              <a:off x="3358886" y="4096893"/>
              <a:ext cx="1080000" cy="1080000"/>
            </a:xfrm>
            <a:prstGeom prst="ellipse">
              <a:avLst/>
            </a:prstGeom>
            <a:noFill/>
            <a:ln w="38100" cap="flat" cmpd="sng" algn="ctr">
              <a:solidFill>
                <a:srgbClr val="00B0F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de-DE">
                <a:solidFill>
                  <a:srgbClr val="00B0F0"/>
                </a:solidFill>
              </a:endParaRPr>
            </a:p>
          </p:txBody>
        </p:sp>
        <p:cxnSp>
          <p:nvCxnSpPr>
            <p:cNvPr id="58" name="Gerade Verbindung mit Pfeil 57">
              <a:extLst>
                <a:ext uri="{FF2B5EF4-FFF2-40B4-BE49-F238E27FC236}">
                  <a16:creationId xmlns:a16="http://schemas.microsoft.com/office/drawing/2014/main" id="{E8E25031-8B3B-A5A2-1040-4781140850CE}"/>
                </a:ext>
              </a:extLst>
            </p:cNvPr>
            <p:cNvCxnSpPr>
              <a:cxnSpLocks/>
              <a:stCxn id="49" idx="6"/>
              <a:endCxn id="51" idx="2"/>
            </p:cNvCxnSpPr>
            <p:nvPr/>
          </p:nvCxnSpPr>
          <p:spPr>
            <a:xfrm flipV="1">
              <a:off x="4438886" y="1631414"/>
              <a:ext cx="1661076" cy="589693"/>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0" name="Gerade Verbindung mit Pfeil 59">
              <a:extLst>
                <a:ext uri="{FF2B5EF4-FFF2-40B4-BE49-F238E27FC236}">
                  <a16:creationId xmlns:a16="http://schemas.microsoft.com/office/drawing/2014/main" id="{7147E348-7313-B73E-5D9E-A12C8ED9B733}"/>
                </a:ext>
              </a:extLst>
            </p:cNvPr>
            <p:cNvCxnSpPr>
              <a:cxnSpLocks/>
              <a:stCxn id="55" idx="6"/>
              <a:endCxn id="23" idx="2"/>
            </p:cNvCxnSpPr>
            <p:nvPr/>
          </p:nvCxnSpPr>
          <p:spPr>
            <a:xfrm flipV="1">
              <a:off x="4431559" y="2841914"/>
              <a:ext cx="1664441" cy="5870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1" name="Gerade Verbindung mit Pfeil 60">
              <a:extLst>
                <a:ext uri="{FF2B5EF4-FFF2-40B4-BE49-F238E27FC236}">
                  <a16:creationId xmlns:a16="http://schemas.microsoft.com/office/drawing/2014/main" id="{97FAF996-62AB-F529-6D84-8AFE3494ADAD}"/>
                </a:ext>
              </a:extLst>
            </p:cNvPr>
            <p:cNvCxnSpPr>
              <a:cxnSpLocks/>
              <a:stCxn id="55" idx="6"/>
              <a:endCxn id="20" idx="2"/>
            </p:cNvCxnSpPr>
            <p:nvPr/>
          </p:nvCxnSpPr>
          <p:spPr>
            <a:xfrm>
              <a:off x="4431559" y="3429000"/>
              <a:ext cx="1664441" cy="6234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3" name="Gerade Verbindung mit Pfeil 62">
              <a:extLst>
                <a:ext uri="{FF2B5EF4-FFF2-40B4-BE49-F238E27FC236}">
                  <a16:creationId xmlns:a16="http://schemas.microsoft.com/office/drawing/2014/main" id="{C34FF39F-5D8B-7511-A003-D005702F4C0E}"/>
                </a:ext>
              </a:extLst>
            </p:cNvPr>
            <p:cNvCxnSpPr>
              <a:cxnSpLocks/>
              <a:stCxn id="49" idx="6"/>
              <a:endCxn id="23" idx="2"/>
            </p:cNvCxnSpPr>
            <p:nvPr/>
          </p:nvCxnSpPr>
          <p:spPr>
            <a:xfrm>
              <a:off x="4438886" y="2221107"/>
              <a:ext cx="1657114" cy="620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4" name="Gerade Verbindung mit Pfeil 63">
              <a:extLst>
                <a:ext uri="{FF2B5EF4-FFF2-40B4-BE49-F238E27FC236}">
                  <a16:creationId xmlns:a16="http://schemas.microsoft.com/office/drawing/2014/main" id="{82EDD736-B688-77F7-2E9C-B7E6E505E6CB}"/>
                </a:ext>
              </a:extLst>
            </p:cNvPr>
            <p:cNvCxnSpPr>
              <a:cxnSpLocks/>
              <a:stCxn id="49" idx="6"/>
              <a:endCxn id="20" idx="2"/>
            </p:cNvCxnSpPr>
            <p:nvPr/>
          </p:nvCxnSpPr>
          <p:spPr>
            <a:xfrm>
              <a:off x="4438886" y="2221107"/>
              <a:ext cx="1657114" cy="18313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6" name="Gerade Verbindung mit Pfeil 65">
              <a:extLst>
                <a:ext uri="{FF2B5EF4-FFF2-40B4-BE49-F238E27FC236}">
                  <a16:creationId xmlns:a16="http://schemas.microsoft.com/office/drawing/2014/main" id="{9BC40428-F370-70DE-CFAA-E83D9FA19249}"/>
                </a:ext>
              </a:extLst>
            </p:cNvPr>
            <p:cNvCxnSpPr>
              <a:cxnSpLocks/>
              <a:stCxn id="49" idx="6"/>
              <a:endCxn id="22" idx="2"/>
            </p:cNvCxnSpPr>
            <p:nvPr/>
          </p:nvCxnSpPr>
          <p:spPr>
            <a:xfrm>
              <a:off x="4438886" y="2221107"/>
              <a:ext cx="1657114" cy="304180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7" name="Gerade Verbindung mit Pfeil 66">
              <a:extLst>
                <a:ext uri="{FF2B5EF4-FFF2-40B4-BE49-F238E27FC236}">
                  <a16:creationId xmlns:a16="http://schemas.microsoft.com/office/drawing/2014/main" id="{FCF52268-BAFA-2DAE-6849-707C131D393D}"/>
                </a:ext>
              </a:extLst>
            </p:cNvPr>
            <p:cNvCxnSpPr>
              <a:cxnSpLocks/>
              <a:stCxn id="55" idx="6"/>
              <a:endCxn id="51" idx="2"/>
            </p:cNvCxnSpPr>
            <p:nvPr/>
          </p:nvCxnSpPr>
          <p:spPr>
            <a:xfrm flipV="1">
              <a:off x="4431559" y="1631414"/>
              <a:ext cx="1668403" cy="17975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9" name="Gerade Verbindung mit Pfeil 68">
              <a:extLst>
                <a:ext uri="{FF2B5EF4-FFF2-40B4-BE49-F238E27FC236}">
                  <a16:creationId xmlns:a16="http://schemas.microsoft.com/office/drawing/2014/main" id="{EC1B5E74-9149-122D-3CC4-49F978E9EF75}"/>
                </a:ext>
              </a:extLst>
            </p:cNvPr>
            <p:cNvCxnSpPr>
              <a:cxnSpLocks/>
              <a:stCxn id="55" idx="6"/>
              <a:endCxn id="22" idx="2"/>
            </p:cNvCxnSpPr>
            <p:nvPr/>
          </p:nvCxnSpPr>
          <p:spPr>
            <a:xfrm>
              <a:off x="4431559" y="3429000"/>
              <a:ext cx="1664441" cy="183391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0" name="Gerade Verbindung mit Pfeil 69">
              <a:extLst>
                <a:ext uri="{FF2B5EF4-FFF2-40B4-BE49-F238E27FC236}">
                  <a16:creationId xmlns:a16="http://schemas.microsoft.com/office/drawing/2014/main" id="{6763DD9E-579D-B370-AE77-5F6C16DFEB1A}"/>
                </a:ext>
              </a:extLst>
            </p:cNvPr>
            <p:cNvCxnSpPr>
              <a:cxnSpLocks/>
              <a:stCxn id="57" idx="6"/>
              <a:endCxn id="51" idx="2"/>
            </p:cNvCxnSpPr>
            <p:nvPr/>
          </p:nvCxnSpPr>
          <p:spPr>
            <a:xfrm flipV="1">
              <a:off x="4438886" y="1631414"/>
              <a:ext cx="1661076" cy="3005479"/>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72" name="Gerade Verbindung mit Pfeil 71">
              <a:extLst>
                <a:ext uri="{FF2B5EF4-FFF2-40B4-BE49-F238E27FC236}">
                  <a16:creationId xmlns:a16="http://schemas.microsoft.com/office/drawing/2014/main" id="{0B4E5C08-31BE-88B3-284A-25F5A224EB7F}"/>
                </a:ext>
              </a:extLst>
            </p:cNvPr>
            <p:cNvCxnSpPr>
              <a:cxnSpLocks/>
              <a:stCxn id="57" idx="6"/>
              <a:endCxn id="23" idx="2"/>
            </p:cNvCxnSpPr>
            <p:nvPr/>
          </p:nvCxnSpPr>
          <p:spPr>
            <a:xfrm flipV="1">
              <a:off x="4438886" y="2841914"/>
              <a:ext cx="1657114" cy="17949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3" name="Gerade Verbindung mit Pfeil 72">
              <a:extLst>
                <a:ext uri="{FF2B5EF4-FFF2-40B4-BE49-F238E27FC236}">
                  <a16:creationId xmlns:a16="http://schemas.microsoft.com/office/drawing/2014/main" id="{573B5625-DCBB-3B0B-A8C7-594F72BD10B2}"/>
                </a:ext>
              </a:extLst>
            </p:cNvPr>
            <p:cNvCxnSpPr>
              <a:cxnSpLocks/>
              <a:stCxn id="57" idx="6"/>
              <a:endCxn id="20" idx="2"/>
            </p:cNvCxnSpPr>
            <p:nvPr/>
          </p:nvCxnSpPr>
          <p:spPr>
            <a:xfrm flipV="1">
              <a:off x="4438886" y="4052414"/>
              <a:ext cx="1657114" cy="58447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75" name="Gerade Verbindung mit Pfeil 74">
              <a:extLst>
                <a:ext uri="{FF2B5EF4-FFF2-40B4-BE49-F238E27FC236}">
                  <a16:creationId xmlns:a16="http://schemas.microsoft.com/office/drawing/2014/main" id="{C7B342DE-6DB9-F759-7117-140A031E535A}"/>
                </a:ext>
              </a:extLst>
            </p:cNvPr>
            <p:cNvCxnSpPr>
              <a:cxnSpLocks/>
              <a:stCxn id="57" idx="6"/>
              <a:endCxn id="22" idx="2"/>
            </p:cNvCxnSpPr>
            <p:nvPr/>
          </p:nvCxnSpPr>
          <p:spPr>
            <a:xfrm>
              <a:off x="4438886" y="4636893"/>
              <a:ext cx="1657114" cy="62602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76" name="Textfeld 75">
              <a:extLst>
                <a:ext uri="{FF2B5EF4-FFF2-40B4-BE49-F238E27FC236}">
                  <a16:creationId xmlns:a16="http://schemas.microsoft.com/office/drawing/2014/main" id="{7EA657E3-1A40-A3E5-0241-B5975B21972B}"/>
                </a:ext>
              </a:extLst>
            </p:cNvPr>
            <p:cNvSpPr txBox="1"/>
            <p:nvPr/>
          </p:nvSpPr>
          <p:spPr>
            <a:xfrm>
              <a:off x="7242595" y="1231770"/>
              <a:ext cx="495649" cy="523221"/>
            </a:xfrm>
            <a:prstGeom prst="rect">
              <a:avLst/>
            </a:prstGeom>
            <a:noFill/>
          </p:spPr>
          <p:txBody>
            <a:bodyPr wrap="none" rtlCol="0">
              <a:spAutoFit/>
            </a:bodyPr>
            <a:lstStyle/>
            <a:p>
              <a:r>
                <a:rPr lang="de-DE" sz="2800" dirty="0"/>
                <a:t>h</a:t>
              </a:r>
              <a:r>
                <a:rPr lang="de-DE" sz="2800" baseline="-25000" dirty="0"/>
                <a:t>1</a:t>
              </a:r>
            </a:p>
          </p:txBody>
        </p:sp>
        <p:sp>
          <p:nvSpPr>
            <p:cNvPr id="78" name="Textfeld 77">
              <a:extLst>
                <a:ext uri="{FF2B5EF4-FFF2-40B4-BE49-F238E27FC236}">
                  <a16:creationId xmlns:a16="http://schemas.microsoft.com/office/drawing/2014/main" id="{13159173-8F05-AB98-D643-CD5746807809}"/>
                </a:ext>
              </a:extLst>
            </p:cNvPr>
            <p:cNvSpPr txBox="1"/>
            <p:nvPr/>
          </p:nvSpPr>
          <p:spPr>
            <a:xfrm>
              <a:off x="7242593" y="2263623"/>
              <a:ext cx="495649" cy="523221"/>
            </a:xfrm>
            <a:prstGeom prst="rect">
              <a:avLst/>
            </a:prstGeom>
            <a:noFill/>
          </p:spPr>
          <p:txBody>
            <a:bodyPr wrap="none" rtlCol="0">
              <a:spAutoFit/>
            </a:bodyPr>
            <a:lstStyle/>
            <a:p>
              <a:r>
                <a:rPr lang="de-DE" sz="2800" dirty="0"/>
                <a:t>h</a:t>
              </a:r>
              <a:r>
                <a:rPr lang="de-DE" sz="2800" baseline="-25000" dirty="0"/>
                <a:t>2</a:t>
              </a:r>
            </a:p>
          </p:txBody>
        </p:sp>
        <p:sp>
          <p:nvSpPr>
            <p:cNvPr id="79" name="Textfeld 78">
              <a:extLst>
                <a:ext uri="{FF2B5EF4-FFF2-40B4-BE49-F238E27FC236}">
                  <a16:creationId xmlns:a16="http://schemas.microsoft.com/office/drawing/2014/main" id="{775E9604-C506-79E9-465A-8453071BE0F7}"/>
                </a:ext>
              </a:extLst>
            </p:cNvPr>
            <p:cNvSpPr txBox="1"/>
            <p:nvPr/>
          </p:nvSpPr>
          <p:spPr>
            <a:xfrm>
              <a:off x="7245388" y="3245300"/>
              <a:ext cx="495649" cy="523221"/>
            </a:xfrm>
            <a:prstGeom prst="rect">
              <a:avLst/>
            </a:prstGeom>
            <a:noFill/>
          </p:spPr>
          <p:txBody>
            <a:bodyPr wrap="none" rtlCol="0">
              <a:spAutoFit/>
            </a:bodyPr>
            <a:lstStyle/>
            <a:p>
              <a:r>
                <a:rPr lang="de-DE" sz="2800" dirty="0"/>
                <a:t>h</a:t>
              </a:r>
              <a:r>
                <a:rPr lang="de-DE" sz="2800" baseline="-25000" dirty="0"/>
                <a:t>3</a:t>
              </a:r>
            </a:p>
          </p:txBody>
        </p:sp>
        <p:sp>
          <p:nvSpPr>
            <p:cNvPr id="80" name="Textfeld 79">
              <a:extLst>
                <a:ext uri="{FF2B5EF4-FFF2-40B4-BE49-F238E27FC236}">
                  <a16:creationId xmlns:a16="http://schemas.microsoft.com/office/drawing/2014/main" id="{F1EF2E1A-8E29-0BAC-4D9B-5D5218EE7EDD}"/>
                </a:ext>
              </a:extLst>
            </p:cNvPr>
            <p:cNvSpPr txBox="1"/>
            <p:nvPr/>
          </p:nvSpPr>
          <p:spPr>
            <a:xfrm>
              <a:off x="7242593" y="4112727"/>
              <a:ext cx="495649" cy="523221"/>
            </a:xfrm>
            <a:prstGeom prst="rect">
              <a:avLst/>
            </a:prstGeom>
            <a:noFill/>
          </p:spPr>
          <p:txBody>
            <a:bodyPr wrap="none" rtlCol="0">
              <a:spAutoFit/>
            </a:bodyPr>
            <a:lstStyle/>
            <a:p>
              <a:r>
                <a:rPr lang="de-DE" sz="2800" dirty="0"/>
                <a:t>h</a:t>
              </a:r>
              <a:r>
                <a:rPr lang="de-DE" sz="2800" baseline="-25000" dirty="0"/>
                <a:t>4</a:t>
              </a:r>
            </a:p>
          </p:txBody>
        </p:sp>
      </p:gr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6A487DCE-55A1-BC53-17D1-734DF0B81D9F}"/>
                  </a:ext>
                </a:extLst>
              </p:cNvPr>
              <p:cNvSpPr txBox="1"/>
              <p:nvPr/>
            </p:nvSpPr>
            <p:spPr>
              <a:xfrm>
                <a:off x="2151181" y="4920423"/>
                <a:ext cx="5103302" cy="1544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sz="2400" i="1" smtClean="0">
                              <a:latin typeface="Cambria Math" panose="02040503050406030204" pitchFamily="18" charset="0"/>
                            </a:rPr>
                          </m:ctrlPr>
                        </m:dPr>
                        <m:e>
                          <m:m>
                            <m:mPr>
                              <m:plcHide m:val="on"/>
                              <m:mcs>
                                <m:mc>
                                  <m:mcPr>
                                    <m:count m:val="1"/>
                                    <m:mcJc m:val="center"/>
                                  </m:mcPr>
                                </m:mc>
                              </m:mcs>
                              <m:ctrlPr>
                                <a:rPr lang="de-DE" sz="2400" i="1">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3</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4</m:t>
                                    </m:r>
                                  </m:sub>
                                </m:sSub>
                              </m:e>
                            </m:mr>
                          </m:m>
                        </m:e>
                      </m:d>
                      <m:r>
                        <a:rPr lang="de-DE" sz="2400" b="0" i="0" smtClean="0">
                          <a:latin typeface="Cambria Math" panose="02040503050406030204" pitchFamily="18" charset="0"/>
                        </a:rPr>
                        <m:t>=</m:t>
                      </m:r>
                      <m:d>
                        <m:dPr>
                          <m:ctrlPr>
                            <a:rPr lang="de-DE" sz="2400" i="1" smtClean="0">
                              <a:latin typeface="Cambria Math" panose="02040503050406030204" pitchFamily="18" charset="0"/>
                            </a:rPr>
                          </m:ctrlPr>
                        </m:dPr>
                        <m:e>
                          <m:m>
                            <m:mPr>
                              <m:plcHide m:val="on"/>
                              <m:mcs>
                                <m:mc>
                                  <m:mcPr>
                                    <m:count m:val="3"/>
                                    <m:mcJc m:val="center"/>
                                  </m:mcPr>
                                </m:mc>
                              </m:mcs>
                              <m:ctrlPr>
                                <a:rPr lang="de-DE" sz="240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11</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21</m:t>
                                    </m:r>
                                  </m:sub>
                                </m:sSub>
                              </m:e>
                              <m:e>
                                <m:sSub>
                                  <m:sSubPr>
                                    <m:ctrlPr>
                                      <a:rPr lang="de-DE" sz="2400" b="0" i="1" smtClean="0">
                                        <a:solidFill>
                                          <a:srgbClr val="C00000"/>
                                        </a:solidFill>
                                        <a:latin typeface="Cambria Math" panose="02040503050406030204" pitchFamily="18" charset="0"/>
                                      </a:rPr>
                                    </m:ctrlPr>
                                  </m:sSubPr>
                                  <m:e>
                                    <m:r>
                                      <a:rPr lang="de-DE" sz="2400" b="0" i="1" smtClean="0">
                                        <a:solidFill>
                                          <a:srgbClr val="C00000"/>
                                        </a:solidFill>
                                        <a:latin typeface="Cambria Math" panose="02040503050406030204" pitchFamily="18" charset="0"/>
                                      </a:rPr>
                                      <m:t>𝑤</m:t>
                                    </m:r>
                                  </m:e>
                                  <m:sub>
                                    <m:r>
                                      <a:rPr lang="de-DE" sz="2400" b="0" i="1" smtClean="0">
                                        <a:solidFill>
                                          <a:srgbClr val="C00000"/>
                                        </a:solidFill>
                                        <a:highlight>
                                          <a:srgbClr val="00FFFF"/>
                                        </a:highlight>
                                        <a:latin typeface="Cambria Math" panose="02040503050406030204" pitchFamily="18" charset="0"/>
                                      </a:rPr>
                                      <m:t>3</m:t>
                                    </m:r>
                                    <m:r>
                                      <a:rPr lang="de-DE" sz="2400" b="0" i="1" smtClean="0">
                                        <a:solidFill>
                                          <a:srgbClr val="C00000"/>
                                        </a:solidFill>
                                        <a:highlight>
                                          <a:srgbClr val="00FF00"/>
                                        </a:highlight>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12</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22</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13</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23</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33</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14</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24</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34</m:t>
                                    </m:r>
                                  </m:sub>
                                </m:sSub>
                              </m:e>
                            </m:mr>
                          </m:m>
                        </m:e>
                      </m:d>
                      <m:r>
                        <a:rPr lang="de-DE" sz="2400" b="0" i="1" smtClean="0">
                          <a:latin typeface="Cambria Math" panose="02040503050406030204" pitchFamily="18" charset="0"/>
                        </a:rPr>
                        <m:t>⋅</m:t>
                      </m:r>
                      <m:d>
                        <m:dPr>
                          <m:ctrlPr>
                            <a:rPr lang="de-DE" sz="2400" b="0" i="1" smtClean="0">
                              <a:latin typeface="Cambria Math" panose="02040503050406030204" pitchFamily="18" charset="0"/>
                            </a:rPr>
                          </m:ctrlPr>
                        </m:dPr>
                        <m:e>
                          <m:m>
                            <m:mPr>
                              <m:mcs>
                                <m:mc>
                                  <m:mcPr>
                                    <m:count m:val="1"/>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m:rPr>
                                        <m:brk m:alnAt="7"/>
                                      </m:rPr>
                                      <a:rPr lang="de-DE" sz="2400" b="0" i="1" smtClean="0">
                                        <a:latin typeface="Cambria Math" panose="02040503050406030204" pitchFamily="18" charset="0"/>
                                      </a:rPr>
                                      <m:t>𝑖</m:t>
                                    </m:r>
                                  </m:e>
                                  <m:sub>
                                    <m:r>
                                      <m:rPr>
                                        <m:brk m:alnAt="7"/>
                                      </m:rPr>
                                      <a:rPr lang="de-DE" sz="2400" b="0" i="1" smtClean="0">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e>
                            </m:mr>
                          </m:m>
                        </m:e>
                      </m:d>
                    </m:oMath>
                  </m:oMathPara>
                </a14:m>
                <a:endParaRPr sz="2400" dirty="0"/>
              </a:p>
            </p:txBody>
          </p:sp>
        </mc:Choice>
        <mc:Fallback xmlns="">
          <p:sp>
            <p:nvSpPr>
              <p:cNvPr id="7" name="Textfeld 6">
                <a:extLst>
                  <a:ext uri="{FF2B5EF4-FFF2-40B4-BE49-F238E27FC236}">
                    <a16:creationId xmlns:a16="http://schemas.microsoft.com/office/drawing/2014/main" id="{6A487DCE-55A1-BC53-17D1-734DF0B81D9F}"/>
                  </a:ext>
                </a:extLst>
              </p:cNvPr>
              <p:cNvSpPr txBox="1">
                <a:spLocks noRot="1" noChangeAspect="1" noMove="1" noResize="1" noEditPoints="1" noAdjustHandles="1" noChangeArrowheads="1" noChangeShapeType="1" noTextEdit="1"/>
              </p:cNvSpPr>
              <p:nvPr/>
            </p:nvSpPr>
            <p:spPr>
              <a:xfrm>
                <a:off x="2151181" y="4920423"/>
                <a:ext cx="5103302" cy="1544654"/>
              </a:xfrm>
              <a:prstGeom prst="rect">
                <a:avLst/>
              </a:prstGeom>
              <a:blipFill>
                <a:blip r:embed="rId3"/>
                <a:stretch>
                  <a:fillRect/>
                </a:stretch>
              </a:blipFill>
            </p:spPr>
            <p:txBody>
              <a:bodyPr/>
              <a:lstStyle/>
              <a:p>
                <a:r>
                  <a:rPr lang="de-DE">
                    <a:noFill/>
                  </a:rPr>
                  <a:t> </a:t>
                </a:r>
              </a:p>
            </p:txBody>
          </p:sp>
        </mc:Fallback>
      </mc:AlternateContent>
      <p:sp>
        <p:nvSpPr>
          <p:cNvPr id="28" name="Freihandform: Form 27">
            <a:extLst>
              <a:ext uri="{FF2B5EF4-FFF2-40B4-BE49-F238E27FC236}">
                <a16:creationId xmlns:a16="http://schemas.microsoft.com/office/drawing/2014/main" id="{BCE8D18D-AA8E-DED4-6789-98FB2D4DB976}"/>
              </a:ext>
            </a:extLst>
          </p:cNvPr>
          <p:cNvSpPr/>
          <p:nvPr/>
        </p:nvSpPr>
        <p:spPr>
          <a:xfrm>
            <a:off x="5792075" y="4772101"/>
            <a:ext cx="360000" cy="252000"/>
          </a:xfrm>
          <a:custGeom>
            <a:avLst/>
            <a:gdLst>
              <a:gd name="connsiteX0" fmla="*/ 0 w 753626"/>
              <a:gd name="connsiteY0" fmla="*/ 834013 h 834013"/>
              <a:gd name="connsiteX1" fmla="*/ 0 w 753626"/>
              <a:gd name="connsiteY1" fmla="*/ 0 h 834013"/>
              <a:gd name="connsiteX2" fmla="*/ 753626 w 753626"/>
              <a:gd name="connsiteY2" fmla="*/ 0 h 834013"/>
            </a:gdLst>
            <a:ahLst/>
            <a:cxnLst>
              <a:cxn ang="0">
                <a:pos x="connsiteX0" y="connsiteY0"/>
              </a:cxn>
              <a:cxn ang="0">
                <a:pos x="connsiteX1" y="connsiteY1"/>
              </a:cxn>
              <a:cxn ang="0">
                <a:pos x="connsiteX2" y="connsiteY2"/>
              </a:cxn>
            </a:cxnLst>
            <a:rect l="l" t="t" r="r" b="b"/>
            <a:pathLst>
              <a:path w="753626" h="834013">
                <a:moveTo>
                  <a:pt x="0" y="834013"/>
                </a:moveTo>
                <a:lnTo>
                  <a:pt x="0" y="0"/>
                </a:lnTo>
                <a:lnTo>
                  <a:pt x="753626" y="0"/>
                </a:lnTo>
              </a:path>
            </a:pathLst>
          </a:custGeom>
          <a:noFill/>
          <a:ln w="38100">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Freihandform: Form 28">
            <a:extLst>
              <a:ext uri="{FF2B5EF4-FFF2-40B4-BE49-F238E27FC236}">
                <a16:creationId xmlns:a16="http://schemas.microsoft.com/office/drawing/2014/main" id="{F30771D6-D70F-4D38-BDE8-F497F79FC6A5}"/>
              </a:ext>
            </a:extLst>
          </p:cNvPr>
          <p:cNvSpPr/>
          <p:nvPr/>
        </p:nvSpPr>
        <p:spPr>
          <a:xfrm>
            <a:off x="5654111" y="4412101"/>
            <a:ext cx="540000" cy="612000"/>
          </a:xfrm>
          <a:custGeom>
            <a:avLst/>
            <a:gdLst>
              <a:gd name="connsiteX0" fmla="*/ 0 w 753626"/>
              <a:gd name="connsiteY0" fmla="*/ 834013 h 834013"/>
              <a:gd name="connsiteX1" fmla="*/ 0 w 753626"/>
              <a:gd name="connsiteY1" fmla="*/ 0 h 834013"/>
              <a:gd name="connsiteX2" fmla="*/ 753626 w 753626"/>
              <a:gd name="connsiteY2" fmla="*/ 0 h 834013"/>
            </a:gdLst>
            <a:ahLst/>
            <a:cxnLst>
              <a:cxn ang="0">
                <a:pos x="connsiteX0" y="connsiteY0"/>
              </a:cxn>
              <a:cxn ang="0">
                <a:pos x="connsiteX1" y="connsiteY1"/>
              </a:cxn>
              <a:cxn ang="0">
                <a:pos x="connsiteX2" y="connsiteY2"/>
              </a:cxn>
            </a:cxnLst>
            <a:rect l="l" t="t" r="r" b="b"/>
            <a:pathLst>
              <a:path w="753626" h="834013">
                <a:moveTo>
                  <a:pt x="0" y="834013"/>
                </a:moveTo>
                <a:lnTo>
                  <a:pt x="0" y="0"/>
                </a:lnTo>
                <a:lnTo>
                  <a:pt x="753626" y="0"/>
                </a:lnTo>
              </a:path>
            </a:pathLst>
          </a:custGeom>
          <a:noFill/>
          <a:ln w="38100">
            <a:solidFill>
              <a:srgbClr val="00B0F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Textfeld 29">
            <a:extLst>
              <a:ext uri="{FF2B5EF4-FFF2-40B4-BE49-F238E27FC236}">
                <a16:creationId xmlns:a16="http://schemas.microsoft.com/office/drawing/2014/main" id="{0684AE0A-6F50-74BB-5398-4A6DA66910F9}"/>
              </a:ext>
            </a:extLst>
          </p:cNvPr>
          <p:cNvSpPr txBox="1"/>
          <p:nvPr/>
        </p:nvSpPr>
        <p:spPr>
          <a:xfrm>
            <a:off x="6177364" y="4247606"/>
            <a:ext cx="5662961" cy="369332"/>
          </a:xfrm>
          <a:prstGeom prst="rect">
            <a:avLst/>
          </a:prstGeom>
          <a:noFill/>
        </p:spPr>
        <p:txBody>
          <a:bodyPr wrap="none" rtlCol="0">
            <a:spAutoFit/>
          </a:bodyPr>
          <a:lstStyle/>
          <a:p>
            <a:r>
              <a:rPr lang="de-DE" dirty="0">
                <a:solidFill>
                  <a:srgbClr val="00B0F0"/>
                </a:solidFill>
              </a:rPr>
              <a:t>Gewichtspfeil kommt von Neuron 3 der vorherigen Schicht</a:t>
            </a:r>
          </a:p>
        </p:txBody>
      </p:sp>
      <p:sp>
        <p:nvSpPr>
          <p:cNvPr id="36" name="Textfeld 35">
            <a:extLst>
              <a:ext uri="{FF2B5EF4-FFF2-40B4-BE49-F238E27FC236}">
                <a16:creationId xmlns:a16="http://schemas.microsoft.com/office/drawing/2014/main" id="{3633E60F-9E38-F92B-F50B-155E891C5EDD}"/>
              </a:ext>
            </a:extLst>
          </p:cNvPr>
          <p:cNvSpPr txBox="1"/>
          <p:nvPr/>
        </p:nvSpPr>
        <p:spPr>
          <a:xfrm>
            <a:off x="6194111" y="4581709"/>
            <a:ext cx="5660589" cy="369332"/>
          </a:xfrm>
          <a:prstGeom prst="rect">
            <a:avLst/>
          </a:prstGeom>
          <a:noFill/>
        </p:spPr>
        <p:txBody>
          <a:bodyPr wrap="none" rtlCol="0">
            <a:spAutoFit/>
          </a:bodyPr>
          <a:lstStyle/>
          <a:p>
            <a:r>
              <a:rPr lang="de-DE" dirty="0">
                <a:solidFill>
                  <a:srgbClr val="00B050"/>
                </a:solidFill>
              </a:rPr>
              <a:t>Gewichtspfeil   geht  zum Neuron 1 der folgenden Schicht</a:t>
            </a:r>
          </a:p>
        </p:txBody>
      </p:sp>
    </p:spTree>
    <p:extLst>
      <p:ext uri="{BB962C8B-B14F-4D97-AF65-F5344CB8AC3E}">
        <p14:creationId xmlns:p14="http://schemas.microsoft.com/office/powerpoint/2010/main" val="769741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83C91-F4D3-9004-6EAC-EAB39C0F7BD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E0C3752-EE00-9636-03E5-FC347A58A86B}"/>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CA816F0B-3EC1-712D-708D-0A3881A6CAF4}"/>
              </a:ext>
            </a:extLst>
          </p:cNvPr>
          <p:cNvSpPr>
            <a:spLocks noGrp="1"/>
          </p:cNvSpPr>
          <p:nvPr>
            <p:ph type="sldNum" sz="quarter" idx="12"/>
          </p:nvPr>
        </p:nvSpPr>
        <p:spPr/>
        <p:txBody>
          <a:bodyPr/>
          <a:lstStyle/>
          <a:p>
            <a:fld id="{341CD41A-C668-429A-AD07-4F84BBC3B3E7}" type="slidenum">
              <a:rPr lang="de-DE" smtClean="0"/>
              <a:pPr/>
              <a:t>16</a:t>
            </a:fld>
            <a:endParaRPr lang="de-DE"/>
          </a:p>
        </p:txBody>
      </p:sp>
      <p:sp>
        <p:nvSpPr>
          <p:cNvPr id="5" name="Titel 4">
            <a:extLst>
              <a:ext uri="{FF2B5EF4-FFF2-40B4-BE49-F238E27FC236}">
                <a16:creationId xmlns:a16="http://schemas.microsoft.com/office/drawing/2014/main" id="{C4BE36A6-BB65-372D-4FE6-F5F24938C500}"/>
              </a:ext>
            </a:extLst>
          </p:cNvPr>
          <p:cNvSpPr>
            <a:spLocks noGrp="1"/>
          </p:cNvSpPr>
          <p:nvPr>
            <p:ph type="title"/>
          </p:nvPr>
        </p:nvSpPr>
        <p:spPr>
          <a:xfrm>
            <a:off x="390938" y="309634"/>
            <a:ext cx="11410124" cy="369332"/>
          </a:xfrm>
        </p:spPr>
        <p:txBody>
          <a:bodyPr/>
          <a:lstStyle/>
          <a:p>
            <a:r>
              <a:rPr lang="de-DE" dirty="0"/>
              <a:t>Problemstellung berechnen mit einem Single-Layer-Neural-Network</a:t>
            </a:r>
          </a:p>
        </p:txBody>
      </p:sp>
      <p:sp>
        <p:nvSpPr>
          <p:cNvPr id="6" name="Fußzeilenplatzhalter 5">
            <a:extLst>
              <a:ext uri="{FF2B5EF4-FFF2-40B4-BE49-F238E27FC236}">
                <a16:creationId xmlns:a16="http://schemas.microsoft.com/office/drawing/2014/main" id="{6C59142F-3180-DD2B-2123-5CE339E8B51D}"/>
              </a:ext>
            </a:extLst>
          </p:cNvPr>
          <p:cNvSpPr>
            <a:spLocks noGrp="1"/>
          </p:cNvSpPr>
          <p:nvPr>
            <p:ph type="ftr" sz="quarter" idx="13"/>
          </p:nvPr>
        </p:nvSpPr>
        <p:spPr/>
        <p:txBody>
          <a:bodyPr/>
          <a:lstStyle/>
          <a:p>
            <a:endParaRPr lang="de-DE"/>
          </a:p>
        </p:txBody>
      </p:sp>
      <p:sp>
        <p:nvSpPr>
          <p:cNvPr id="9" name="Rechteck: abgerundete Ecken 8">
            <a:extLst>
              <a:ext uri="{FF2B5EF4-FFF2-40B4-BE49-F238E27FC236}">
                <a16:creationId xmlns:a16="http://schemas.microsoft.com/office/drawing/2014/main" id="{FE62F360-BE66-121B-ED10-B372D601DAD6}"/>
              </a:ext>
            </a:extLst>
          </p:cNvPr>
          <p:cNvSpPr/>
          <p:nvPr/>
        </p:nvSpPr>
        <p:spPr>
          <a:xfrm>
            <a:off x="351181" y="1039839"/>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Problem verstehen</a:t>
            </a:r>
          </a:p>
        </p:txBody>
      </p:sp>
      <p:sp>
        <p:nvSpPr>
          <p:cNvPr id="10" name="Rechteck: abgerundete Ecken 9">
            <a:extLst>
              <a:ext uri="{FF2B5EF4-FFF2-40B4-BE49-F238E27FC236}">
                <a16:creationId xmlns:a16="http://schemas.microsoft.com/office/drawing/2014/main" id="{44B33050-A011-769B-34F0-FC09B6898B70}"/>
              </a:ext>
            </a:extLst>
          </p:cNvPr>
          <p:cNvSpPr/>
          <p:nvPr/>
        </p:nvSpPr>
        <p:spPr>
          <a:xfrm>
            <a:off x="351181" y="2169150"/>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beschaffen und verstehen</a:t>
            </a:r>
          </a:p>
        </p:txBody>
      </p:sp>
      <p:sp>
        <p:nvSpPr>
          <p:cNvPr id="11" name="Rechteck: abgerundete Ecken 10">
            <a:extLst>
              <a:ext uri="{FF2B5EF4-FFF2-40B4-BE49-F238E27FC236}">
                <a16:creationId xmlns:a16="http://schemas.microsoft.com/office/drawing/2014/main" id="{C0755147-BE70-B004-E4AE-9EE4444A08C4}"/>
              </a:ext>
            </a:extLst>
          </p:cNvPr>
          <p:cNvSpPr/>
          <p:nvPr/>
        </p:nvSpPr>
        <p:spPr>
          <a:xfrm>
            <a:off x="351181" y="329846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Daten aufbereiten</a:t>
            </a:r>
          </a:p>
        </p:txBody>
      </p:sp>
      <p:sp>
        <p:nvSpPr>
          <p:cNvPr id="12" name="Rechteck: abgerundete Ecken 11">
            <a:extLst>
              <a:ext uri="{FF2B5EF4-FFF2-40B4-BE49-F238E27FC236}">
                <a16:creationId xmlns:a16="http://schemas.microsoft.com/office/drawing/2014/main" id="{6C9BBFE0-DF7B-3AF6-DB40-CB81678351F9}"/>
              </a:ext>
            </a:extLst>
          </p:cNvPr>
          <p:cNvSpPr/>
          <p:nvPr/>
        </p:nvSpPr>
        <p:spPr>
          <a:xfrm>
            <a:off x="351181" y="4427772"/>
            <a:ext cx="1800000" cy="900000"/>
          </a:xfrm>
          <a:prstGeom prst="roundRect">
            <a:avLst/>
          </a:prstGeom>
          <a:solidFill>
            <a:srgbClr val="2B418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Modell erstellen &amp; trainieren</a:t>
            </a:r>
          </a:p>
        </p:txBody>
      </p:sp>
      <p:sp>
        <p:nvSpPr>
          <p:cNvPr id="13" name="Rechteck: abgerundete Ecken 12">
            <a:extLst>
              <a:ext uri="{FF2B5EF4-FFF2-40B4-BE49-F238E27FC236}">
                <a16:creationId xmlns:a16="http://schemas.microsoft.com/office/drawing/2014/main" id="{E29E926B-50FF-6D7F-4214-401CF1B0337B}"/>
              </a:ext>
            </a:extLst>
          </p:cNvPr>
          <p:cNvSpPr/>
          <p:nvPr/>
        </p:nvSpPr>
        <p:spPr>
          <a:xfrm>
            <a:off x="351181" y="5557081"/>
            <a:ext cx="1800000" cy="900000"/>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Evaluation</a:t>
            </a: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149425D0-FDC2-3DF5-56BB-86FD14E8279C}"/>
                  </a:ext>
                </a:extLst>
              </p:cNvPr>
              <p:cNvSpPr txBox="1"/>
              <p:nvPr/>
            </p:nvSpPr>
            <p:spPr>
              <a:xfrm>
                <a:off x="2151181" y="801042"/>
                <a:ext cx="5103302" cy="1544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sz="2400" i="1" smtClean="0">
                              <a:latin typeface="Cambria Math" panose="02040503050406030204" pitchFamily="18" charset="0"/>
                            </a:rPr>
                          </m:ctrlPr>
                        </m:dPr>
                        <m:e>
                          <m:m>
                            <m:mPr>
                              <m:plcHide m:val="on"/>
                              <m:mcs>
                                <m:mc>
                                  <m:mcPr>
                                    <m:count m:val="1"/>
                                    <m:mcJc m:val="center"/>
                                  </m:mcPr>
                                </m:mc>
                              </m:mcs>
                              <m:ctrlPr>
                                <a:rPr lang="de-DE" sz="2400" i="1">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3</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4</m:t>
                                    </m:r>
                                  </m:sub>
                                </m:sSub>
                              </m:e>
                            </m:mr>
                          </m:m>
                        </m:e>
                      </m:d>
                      <m:r>
                        <a:rPr lang="de-DE" sz="2400" b="0" i="0" smtClean="0">
                          <a:latin typeface="Cambria Math" panose="02040503050406030204" pitchFamily="18" charset="0"/>
                        </a:rPr>
                        <m:t>=</m:t>
                      </m:r>
                      <m:d>
                        <m:dPr>
                          <m:ctrlPr>
                            <a:rPr lang="de-DE" sz="2400" i="1" smtClean="0">
                              <a:latin typeface="Cambria Math" panose="02040503050406030204" pitchFamily="18" charset="0"/>
                            </a:rPr>
                          </m:ctrlPr>
                        </m:dPr>
                        <m:e>
                          <m:m>
                            <m:mPr>
                              <m:plcHide m:val="on"/>
                              <m:mcs>
                                <m:mc>
                                  <m:mcPr>
                                    <m:count m:val="3"/>
                                    <m:mcJc m:val="center"/>
                                  </m:mcPr>
                                </m:mc>
                              </m:mcs>
                              <m:ctrlPr>
                                <a:rPr lang="de-DE" sz="240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11</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21</m:t>
                                    </m:r>
                                  </m:sub>
                                </m:sSub>
                              </m:e>
                              <m:e>
                                <m:sSub>
                                  <m:sSubPr>
                                    <m:ctrlPr>
                                      <a:rPr lang="de-DE" sz="2400" b="0" i="1" smtClean="0">
                                        <a:solidFill>
                                          <a:schemeClr val="tx1"/>
                                        </a:solidFill>
                                        <a:latin typeface="Cambria Math" panose="02040503050406030204" pitchFamily="18" charset="0"/>
                                      </a:rPr>
                                    </m:ctrlPr>
                                  </m:sSubPr>
                                  <m:e>
                                    <m:r>
                                      <a:rPr lang="de-DE" sz="2400" b="0" i="1" smtClean="0">
                                        <a:solidFill>
                                          <a:schemeClr val="tx1"/>
                                        </a:solidFill>
                                        <a:latin typeface="Cambria Math" panose="02040503050406030204" pitchFamily="18" charset="0"/>
                                      </a:rPr>
                                      <m:t>𝑤</m:t>
                                    </m:r>
                                  </m:e>
                                  <m:sub>
                                    <m:r>
                                      <a:rPr lang="de-DE" sz="2400" b="0" i="1" smtClean="0">
                                        <a:solidFill>
                                          <a:schemeClr val="tx1"/>
                                        </a:solidFill>
                                        <a:latin typeface="Cambria Math" panose="02040503050406030204" pitchFamily="18" charset="0"/>
                                      </a:rPr>
                                      <m:t>31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12</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22</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13</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23</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33</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14</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24</m:t>
                                    </m:r>
                                  </m:sub>
                                </m:sSub>
                              </m:e>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𝑤</m:t>
                                    </m:r>
                                  </m:e>
                                  <m:sub>
                                    <m:r>
                                      <a:rPr lang="de-DE" sz="2400" b="0" i="1" smtClean="0">
                                        <a:latin typeface="Cambria Math" panose="02040503050406030204" pitchFamily="18" charset="0"/>
                                      </a:rPr>
                                      <m:t>34</m:t>
                                    </m:r>
                                  </m:sub>
                                </m:sSub>
                              </m:e>
                            </m:mr>
                          </m:m>
                        </m:e>
                      </m:d>
                      <m:r>
                        <a:rPr lang="de-DE" sz="2400" b="0" i="1" smtClean="0">
                          <a:latin typeface="Cambria Math" panose="02040503050406030204" pitchFamily="18" charset="0"/>
                        </a:rPr>
                        <m:t>⋅</m:t>
                      </m:r>
                      <m:d>
                        <m:dPr>
                          <m:ctrlPr>
                            <a:rPr lang="de-DE" sz="2400" b="0" i="1" smtClean="0">
                              <a:latin typeface="Cambria Math" panose="02040503050406030204" pitchFamily="18" charset="0"/>
                            </a:rPr>
                          </m:ctrlPr>
                        </m:dPr>
                        <m:e>
                          <m:m>
                            <m:mPr>
                              <m:mcs>
                                <m:mc>
                                  <m:mcPr>
                                    <m:count m:val="1"/>
                                    <m:mcJc m:val="center"/>
                                  </m:mcPr>
                                </m:mc>
                              </m:mcs>
                              <m:ctrlPr>
                                <a:rPr lang="de-DE" sz="2400" b="0" i="1" smtClean="0">
                                  <a:latin typeface="Cambria Math" panose="02040503050406030204" pitchFamily="18" charset="0"/>
                                </a:rPr>
                              </m:ctrlPr>
                            </m:mPr>
                            <m:mr>
                              <m:e>
                                <m:sSub>
                                  <m:sSubPr>
                                    <m:ctrlPr>
                                      <a:rPr lang="de-DE" sz="2400" b="0" i="1" smtClean="0">
                                        <a:latin typeface="Cambria Math" panose="02040503050406030204" pitchFamily="18" charset="0"/>
                                      </a:rPr>
                                    </m:ctrlPr>
                                  </m:sSubPr>
                                  <m:e>
                                    <m:r>
                                      <m:rPr>
                                        <m:brk m:alnAt="7"/>
                                      </m:rPr>
                                      <a:rPr lang="de-DE" sz="2400" b="0" i="1" smtClean="0">
                                        <a:latin typeface="Cambria Math" panose="02040503050406030204" pitchFamily="18" charset="0"/>
                                      </a:rPr>
                                      <m:t>𝑖</m:t>
                                    </m:r>
                                  </m:e>
                                  <m:sub>
                                    <m:r>
                                      <m:rPr>
                                        <m:brk m:alnAt="7"/>
                                      </m:rPr>
                                      <a:rPr lang="de-DE" sz="2400" b="0" i="1" smtClean="0">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𝑖</m:t>
                                    </m:r>
                                  </m:e>
                                  <m:sub>
                                    <m:r>
                                      <a:rPr lang="de-DE" sz="2400" b="0" i="1" smtClean="0">
                                        <a:latin typeface="Cambria Math" panose="02040503050406030204" pitchFamily="18" charset="0"/>
                                      </a:rPr>
                                      <m:t>3</m:t>
                                    </m:r>
                                  </m:sub>
                                </m:sSub>
                              </m:e>
                            </m:mr>
                          </m:m>
                        </m:e>
                      </m:d>
                    </m:oMath>
                  </m:oMathPara>
                </a14:m>
                <a:endParaRPr sz="2400" dirty="0"/>
              </a:p>
            </p:txBody>
          </p:sp>
        </mc:Choice>
        <mc:Fallback xmlns="">
          <p:sp>
            <p:nvSpPr>
              <p:cNvPr id="7" name="Textfeld 6">
                <a:extLst>
                  <a:ext uri="{FF2B5EF4-FFF2-40B4-BE49-F238E27FC236}">
                    <a16:creationId xmlns:a16="http://schemas.microsoft.com/office/drawing/2014/main" id="{149425D0-FDC2-3DF5-56BB-86FD14E8279C}"/>
                  </a:ext>
                </a:extLst>
              </p:cNvPr>
              <p:cNvSpPr txBox="1">
                <a:spLocks noRot="1" noChangeAspect="1" noMove="1" noResize="1" noEditPoints="1" noAdjustHandles="1" noChangeArrowheads="1" noChangeShapeType="1" noTextEdit="1"/>
              </p:cNvSpPr>
              <p:nvPr/>
            </p:nvSpPr>
            <p:spPr>
              <a:xfrm>
                <a:off x="2151181" y="801042"/>
                <a:ext cx="5103302" cy="1544654"/>
              </a:xfrm>
              <a:prstGeom prst="rect">
                <a:avLst/>
              </a:prstGeom>
              <a:blipFill>
                <a:blip r:embed="rId2"/>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F2B449AD-EA8F-3F63-4CAF-93D91F66D4C1}"/>
                  </a:ext>
                </a:extLst>
              </p:cNvPr>
              <p:cNvSpPr txBox="1"/>
              <p:nvPr/>
            </p:nvSpPr>
            <p:spPr>
              <a:xfrm>
                <a:off x="6952415" y="801042"/>
                <a:ext cx="5103302" cy="15446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de-DE" sz="2400" i="1" smtClean="0">
                              <a:latin typeface="Cambria Math" panose="02040503050406030204" pitchFamily="18" charset="0"/>
                            </a:rPr>
                          </m:ctrlPr>
                        </m:dPr>
                        <m:e>
                          <m:m>
                            <m:mPr>
                              <m:plcHide m:val="on"/>
                              <m:mcs>
                                <m:mc>
                                  <m:mcPr>
                                    <m:count m:val="1"/>
                                    <m:mcJc m:val="center"/>
                                  </m:mcPr>
                                </m:mc>
                              </m:mcs>
                              <m:ctrlPr>
                                <a:rPr lang="de-DE" sz="2400" i="1">
                                  <a:latin typeface="Cambria Math" panose="02040503050406030204" pitchFamily="18" charset="0"/>
                                </a:rPr>
                              </m:ctrlPr>
                            </m:mP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1</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2</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3</m:t>
                                    </m:r>
                                  </m:sub>
                                </m:sSub>
                              </m:e>
                            </m:mr>
                            <m:mr>
                              <m:e>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h</m:t>
                                    </m:r>
                                  </m:e>
                                  <m:sub>
                                    <m:r>
                                      <a:rPr lang="de-DE" sz="2400" b="0" i="1" smtClean="0">
                                        <a:latin typeface="Cambria Math" panose="02040503050406030204" pitchFamily="18" charset="0"/>
                                      </a:rPr>
                                      <m:t>4</m:t>
                                    </m:r>
                                  </m:sub>
                                </m:sSub>
                              </m:e>
                            </m:mr>
                          </m:m>
                        </m:e>
                      </m:d>
                      <m:r>
                        <a:rPr lang="de-DE" sz="2400" b="0" i="0" smtClean="0">
                          <a:latin typeface="Cambria Math" panose="02040503050406030204" pitchFamily="18" charset="0"/>
                        </a:rPr>
                        <m:t>=</m:t>
                      </m:r>
                      <m:d>
                        <m:dPr>
                          <m:ctrlPr>
                            <a:rPr lang="de-DE" sz="2400" i="1" smtClean="0">
                              <a:latin typeface="Cambria Math" panose="02040503050406030204" pitchFamily="18" charset="0"/>
                            </a:rPr>
                          </m:ctrlPr>
                        </m:dPr>
                        <m:e>
                          <m:m>
                            <m:mPr>
                              <m:plcHide m:val="on"/>
                              <m:mcs>
                                <m:mc>
                                  <m:mcPr>
                                    <m:count m:val="3"/>
                                    <m:mcJc m:val="center"/>
                                  </m:mcPr>
                                </m:mc>
                              </m:mcs>
                              <m:ctrlPr>
                                <a:rPr lang="de-DE" sz="2400" i="1" smtClean="0">
                                  <a:latin typeface="Cambria Math" panose="02040503050406030204" pitchFamily="18" charset="0"/>
                                </a:rPr>
                              </m:ctrlPr>
                            </m:mPr>
                            <m:mr>
                              <m:e>
                                <m:r>
                                  <a:rPr lang="de-DE" sz="2400" b="0" i="1" smtClean="0">
                                    <a:latin typeface="Cambria Math" panose="02040503050406030204" pitchFamily="18" charset="0"/>
                                  </a:rPr>
                                  <m:t>0,3</m:t>
                                </m:r>
                              </m:e>
                              <m:e>
                                <m:r>
                                  <a:rPr lang="de-DE" sz="2400" b="0" i="1" smtClean="0">
                                    <a:latin typeface="Cambria Math" panose="02040503050406030204" pitchFamily="18" charset="0"/>
                                  </a:rPr>
                                  <m:t>0,4</m:t>
                                </m:r>
                              </m:e>
                              <m:e>
                                <m:r>
                                  <a:rPr lang="de-DE" sz="2400" b="0" i="1" smtClean="0">
                                    <a:solidFill>
                                      <a:schemeClr val="tx1"/>
                                    </a:solidFill>
                                    <a:latin typeface="Cambria Math" panose="02040503050406030204" pitchFamily="18" charset="0"/>
                                  </a:rPr>
                                  <m:t>0,6</m:t>
                                </m:r>
                              </m:e>
                            </m:mr>
                            <m:mr>
                              <m:e>
                                <m:r>
                                  <a:rPr lang="de-DE" sz="2400" b="0" i="1" smtClean="0">
                                    <a:latin typeface="Cambria Math" panose="02040503050406030204" pitchFamily="18" charset="0"/>
                                  </a:rPr>
                                  <m:t>0,5</m:t>
                                </m:r>
                              </m:e>
                              <m:e>
                                <m:r>
                                  <a:rPr lang="de-DE" sz="2400" b="0" i="1" smtClean="0">
                                    <a:latin typeface="Cambria Math" panose="02040503050406030204" pitchFamily="18" charset="0"/>
                                  </a:rPr>
                                  <m:t>0,7</m:t>
                                </m:r>
                              </m:e>
                              <m:e>
                                <m:r>
                                  <a:rPr lang="de-DE" sz="2400" b="0" i="1" smtClean="0">
                                    <a:latin typeface="Cambria Math" panose="02040503050406030204" pitchFamily="18" charset="0"/>
                                  </a:rPr>
                                  <m:t>0,3</m:t>
                                </m:r>
                              </m:e>
                            </m:mr>
                            <m:mr>
                              <m:e>
                                <m:r>
                                  <a:rPr lang="de-DE" sz="2400" b="0" i="1" smtClean="0">
                                    <a:latin typeface="Cambria Math" panose="02040503050406030204" pitchFamily="18" charset="0"/>
                                  </a:rPr>
                                  <m:t>0,8</m:t>
                                </m:r>
                              </m:e>
                              <m:e>
                                <m:r>
                                  <a:rPr lang="de-DE" sz="2400" b="0" i="1" smtClean="0">
                                    <a:latin typeface="Cambria Math" panose="02040503050406030204" pitchFamily="18" charset="0"/>
                                  </a:rPr>
                                  <m:t>0,2</m:t>
                                </m:r>
                              </m:e>
                              <m:e>
                                <m:r>
                                  <a:rPr lang="de-DE" sz="2400" b="0" i="1" smtClean="0">
                                    <a:latin typeface="Cambria Math" panose="02040503050406030204" pitchFamily="18" charset="0"/>
                                  </a:rPr>
                                  <m:t>0,5</m:t>
                                </m:r>
                              </m:e>
                            </m:mr>
                            <m:mr>
                              <m:e>
                                <m:r>
                                  <a:rPr lang="de-DE" sz="2400" b="0" i="1" smtClean="0">
                                    <a:latin typeface="Cambria Math" panose="02040503050406030204" pitchFamily="18" charset="0"/>
                                  </a:rPr>
                                  <m:t>0,4</m:t>
                                </m:r>
                              </m:e>
                              <m:e>
                                <m:r>
                                  <a:rPr lang="de-DE" sz="2400" b="0" i="1" smtClean="0">
                                    <a:latin typeface="Cambria Math" panose="02040503050406030204" pitchFamily="18" charset="0"/>
                                  </a:rPr>
                                  <m:t>0,1</m:t>
                                </m:r>
                              </m:e>
                              <m:e>
                                <m:r>
                                  <a:rPr lang="de-DE" sz="2400" b="0" i="1" smtClean="0">
                                    <a:latin typeface="Cambria Math" panose="02040503050406030204" pitchFamily="18" charset="0"/>
                                  </a:rPr>
                                  <m:t>0,9</m:t>
                                </m:r>
                              </m:e>
                            </m:mr>
                          </m:m>
                        </m:e>
                      </m:d>
                      <m:r>
                        <a:rPr lang="de-DE" sz="2400" b="0" i="1" smtClean="0">
                          <a:latin typeface="Cambria Math" panose="02040503050406030204" pitchFamily="18" charset="0"/>
                        </a:rPr>
                        <m:t>⋅</m:t>
                      </m:r>
                      <m:d>
                        <m:dPr>
                          <m:ctrlPr>
                            <a:rPr lang="de-DE" sz="2400" b="0" i="1" smtClean="0">
                              <a:latin typeface="Cambria Math" panose="02040503050406030204" pitchFamily="18" charset="0"/>
                            </a:rPr>
                          </m:ctrlPr>
                        </m:dPr>
                        <m:e>
                          <m:m>
                            <m:mPr>
                              <m:mcs>
                                <m:mc>
                                  <m:mcPr>
                                    <m:count m:val="1"/>
                                    <m:mcJc m:val="center"/>
                                  </m:mcPr>
                                </m:mc>
                              </m:mcs>
                              <m:ctrlPr>
                                <a:rPr lang="de-DE" sz="2400" b="0" i="1" smtClean="0">
                                  <a:latin typeface="Cambria Math" panose="02040503050406030204" pitchFamily="18" charset="0"/>
                                </a:rPr>
                              </m:ctrlPr>
                            </m:mPr>
                            <m:mr>
                              <m:e>
                                <m:r>
                                  <a:rPr lang="de-DE" sz="2400" b="0" i="1" smtClean="0">
                                    <a:latin typeface="Cambria Math" panose="02040503050406030204" pitchFamily="18" charset="0"/>
                                  </a:rPr>
                                  <m:t>19</m:t>
                                </m:r>
                              </m:e>
                            </m:mr>
                            <m:mr>
                              <m:e>
                                <m:r>
                                  <a:rPr lang="de-DE" sz="2400" b="0" i="1" smtClean="0">
                                    <a:latin typeface="Cambria Math" panose="02040503050406030204" pitchFamily="18" charset="0"/>
                                  </a:rPr>
                                  <m:t>5</m:t>
                                </m:r>
                              </m:e>
                            </m:mr>
                            <m:mr>
                              <m:e>
                                <m:r>
                                  <a:rPr lang="de-DE" sz="2400" b="0" i="1" smtClean="0">
                                    <a:latin typeface="Cambria Math" panose="02040503050406030204" pitchFamily="18" charset="0"/>
                                  </a:rPr>
                                  <m:t>25</m:t>
                                </m:r>
                              </m:e>
                            </m:mr>
                          </m:m>
                        </m:e>
                      </m:d>
                    </m:oMath>
                  </m:oMathPara>
                </a14:m>
                <a:endParaRPr sz="2400" dirty="0"/>
              </a:p>
            </p:txBody>
          </p:sp>
        </mc:Choice>
        <mc:Fallback xmlns="">
          <p:sp>
            <p:nvSpPr>
              <p:cNvPr id="39" name="Textfeld 38">
                <a:extLst>
                  <a:ext uri="{FF2B5EF4-FFF2-40B4-BE49-F238E27FC236}">
                    <a16:creationId xmlns:a16="http://schemas.microsoft.com/office/drawing/2014/main" id="{F2B449AD-EA8F-3F63-4CAF-93D91F66D4C1}"/>
                  </a:ext>
                </a:extLst>
              </p:cNvPr>
              <p:cNvSpPr txBox="1">
                <a:spLocks noRot="1" noChangeAspect="1" noMove="1" noResize="1" noEditPoints="1" noAdjustHandles="1" noChangeArrowheads="1" noChangeShapeType="1" noTextEdit="1"/>
              </p:cNvSpPr>
              <p:nvPr/>
            </p:nvSpPr>
            <p:spPr>
              <a:xfrm>
                <a:off x="6952415" y="801042"/>
                <a:ext cx="5103302" cy="1544654"/>
              </a:xfrm>
              <a:prstGeom prst="rect">
                <a:avLst/>
              </a:prstGeom>
              <a:blipFill>
                <a:blip r:embed="rId3"/>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graphicFrame>
            <p:nvGraphicFramePr>
              <p:cNvPr id="44" name="Tabelle 43">
                <a:extLst>
                  <a:ext uri="{FF2B5EF4-FFF2-40B4-BE49-F238E27FC236}">
                    <a16:creationId xmlns:a16="http://schemas.microsoft.com/office/drawing/2014/main" id="{20705210-1E12-5C9D-4D7B-ED940FF32A81}"/>
                  </a:ext>
                </a:extLst>
              </p:cNvPr>
              <p:cNvGraphicFramePr>
                <a:graphicFrameLocks noGrp="1"/>
              </p:cNvGraphicFramePr>
              <p:nvPr>
                <p:extLst>
                  <p:ext uri="{D42A27DB-BD31-4B8C-83A1-F6EECF244321}">
                    <p14:modId xmlns:p14="http://schemas.microsoft.com/office/powerpoint/2010/main" val="2290846298"/>
                  </p:ext>
                </p:extLst>
              </p:nvPr>
            </p:nvGraphicFramePr>
            <p:xfrm>
              <a:off x="3094381" y="2766016"/>
              <a:ext cx="5516091" cy="3200400"/>
            </p:xfrm>
            <a:graphic>
              <a:graphicData uri="http://schemas.openxmlformats.org/drawingml/2006/table">
                <a:tbl>
                  <a:tblPr bandRow="1">
                    <a:tableStyleId>{C083E6E3-FA7D-4D7B-A595-EF9225AFEA82}</a:tableStyleId>
                  </a:tblPr>
                  <a:tblGrid>
                    <a:gridCol w="635317">
                      <a:extLst>
                        <a:ext uri="{9D8B030D-6E8A-4147-A177-3AD203B41FA5}">
                          <a16:colId xmlns:a16="http://schemas.microsoft.com/office/drawing/2014/main" val="420313483"/>
                        </a:ext>
                      </a:extLst>
                    </a:gridCol>
                    <a:gridCol w="635317">
                      <a:extLst>
                        <a:ext uri="{9D8B030D-6E8A-4147-A177-3AD203B41FA5}">
                          <a16:colId xmlns:a16="http://schemas.microsoft.com/office/drawing/2014/main" val="4288604302"/>
                        </a:ext>
                      </a:extLst>
                    </a:gridCol>
                    <a:gridCol w="635317">
                      <a:extLst>
                        <a:ext uri="{9D8B030D-6E8A-4147-A177-3AD203B41FA5}">
                          <a16:colId xmlns:a16="http://schemas.microsoft.com/office/drawing/2014/main" val="790570222"/>
                        </a:ext>
                      </a:extLst>
                    </a:gridCol>
                    <a:gridCol w="3610140">
                      <a:extLst>
                        <a:ext uri="{9D8B030D-6E8A-4147-A177-3AD203B41FA5}">
                          <a16:colId xmlns:a16="http://schemas.microsoft.com/office/drawing/2014/main" val="3297896708"/>
                        </a:ext>
                      </a:extLst>
                    </a:gridCol>
                  </a:tblGrid>
                  <a:tr h="37084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de-DE" sz="2400" dirty="0"/>
                            <a:t>19</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19163780"/>
                      </a:ext>
                    </a:extLst>
                  </a:tr>
                  <a:tr h="37084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de-DE" sz="2400" dirty="0"/>
                            <a:t>5</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518330148"/>
                      </a:ext>
                    </a:extLst>
                  </a:tr>
                  <a:tr h="37084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de-DE" sz="2400" dirty="0"/>
                            <a:t>25</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142012"/>
                      </a:ext>
                    </a:extLst>
                  </a:tr>
                  <a:tr h="370840">
                    <a:tc>
                      <a:txBody>
                        <a:bodyPr/>
                        <a:lstStyle/>
                        <a:p>
                          <a:pPr algn="ctr"/>
                          <a:r>
                            <a:rPr lang="de-DE" sz="2400" dirty="0"/>
                            <a:t>0,3</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de-DE" sz="2400" dirty="0"/>
                            <a:t>0,4</a:t>
                          </a:r>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de-DE" sz="2400" dirty="0"/>
                            <a:t>0,6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14:m>
                            <m:oMath xmlns:m="http://schemas.openxmlformats.org/officeDocument/2006/math">
                              <m:r>
                                <a:rPr lang="de-DE" sz="2400" b="0" i="1" smtClean="0">
                                  <a:solidFill>
                                    <a:srgbClr val="00B0F0"/>
                                  </a:solidFill>
                                  <a:latin typeface="Cambria Math" panose="02040503050406030204" pitchFamily="18" charset="0"/>
                                </a:rPr>
                                <m:t>0,3⋅19</m:t>
                              </m:r>
                              <m:r>
                                <a:rPr lang="de-DE" sz="2400" b="0" i="1" smtClean="0">
                                  <a:latin typeface="Cambria Math" panose="02040503050406030204" pitchFamily="18" charset="0"/>
                                </a:rPr>
                                <m:t>+</m:t>
                              </m:r>
                              <m:r>
                                <a:rPr lang="de-DE" sz="2400" b="0" i="1" smtClean="0">
                                  <a:solidFill>
                                    <a:srgbClr val="00B050"/>
                                  </a:solidFill>
                                  <a:latin typeface="Cambria Math" panose="02040503050406030204" pitchFamily="18" charset="0"/>
                                </a:rPr>
                                <m:t>0,4⋅5</m:t>
                              </m:r>
                              <m:r>
                                <a:rPr lang="de-DE" sz="2400" b="0" i="1" smtClean="0">
                                  <a:latin typeface="Cambria Math" panose="02040503050406030204" pitchFamily="18" charset="0"/>
                                </a:rPr>
                                <m:t>+</m:t>
                              </m:r>
                              <m:r>
                                <a:rPr lang="de-DE" sz="2400" b="0" i="1" smtClean="0">
                                  <a:solidFill>
                                    <a:srgbClr val="C00000"/>
                                  </a:solidFill>
                                  <a:latin typeface="Cambria Math" panose="02040503050406030204" pitchFamily="18" charset="0"/>
                                </a:rPr>
                                <m:t>0,6⋅25</m:t>
                              </m:r>
                            </m:oMath>
                          </a14:m>
                          <a:r>
                            <a:rPr lang="de-DE" sz="2400" dirty="0">
                              <a:solidFill>
                                <a:srgbClr val="C00000"/>
                              </a:solidFill>
                            </a:rPr>
                            <a:t> </a:t>
                          </a:r>
                          <a:endParaRPr lang="de-DE" sz="2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04437340"/>
                      </a:ext>
                    </a:extLst>
                  </a:tr>
                  <a:tr h="370840">
                    <a:tc>
                      <a:txBody>
                        <a:bodyPr/>
                        <a:lstStyle/>
                        <a:p>
                          <a:pPr algn="ctr"/>
                          <a:r>
                            <a:rPr lang="de-DE" sz="2400" dirty="0"/>
                            <a:t>0,5</a:t>
                          </a:r>
                        </a:p>
                      </a:txBody>
                      <a:tcPr>
                        <a:lnR w="12700" cap="flat" cmpd="sng" algn="ctr">
                          <a:noFill/>
                          <a:prstDash val="solid"/>
                          <a:round/>
                          <a:headEnd type="none" w="med" len="med"/>
                          <a:tailEnd type="none" w="med" len="med"/>
                        </a:lnR>
                      </a:tcPr>
                    </a:tc>
                    <a:tc>
                      <a:txBody>
                        <a:bodyPr/>
                        <a:lstStyle/>
                        <a:p>
                          <a:pPr algn="ctr"/>
                          <a:r>
                            <a:rPr lang="de-DE" sz="2400" dirty="0"/>
                            <a:t>0,7</a:t>
                          </a:r>
                        </a:p>
                      </a:txBody>
                      <a:tcPr>
                        <a:lnL w="12700" cap="flat" cmpd="sng" algn="ctr">
                          <a:noFill/>
                          <a:prstDash val="solid"/>
                          <a:round/>
                          <a:headEnd type="none" w="med" len="med"/>
                          <a:tailEnd type="none" w="med" len="med"/>
                        </a:lnL>
                      </a:tcPr>
                    </a:tc>
                    <a:tc>
                      <a:txBody>
                        <a:bodyPr/>
                        <a:lstStyle/>
                        <a:p>
                          <a:pPr algn="ctr"/>
                          <a:r>
                            <a:rPr lang="de-DE" sz="2400" dirty="0"/>
                            <a:t>0,3</a:t>
                          </a:r>
                        </a:p>
                      </a:txBody>
                      <a:tcPr>
                        <a:lnR w="12700" cap="flat" cmpd="sng" algn="ctr">
                          <a:solidFill>
                            <a:schemeClr val="tx1"/>
                          </a:solidFill>
                          <a:prstDash val="solid"/>
                          <a:round/>
                          <a:headEnd type="none" w="med" len="med"/>
                          <a:tailEnd type="none" w="med" len="med"/>
                        </a:lnR>
                      </a:tcPr>
                    </a:tc>
                    <a:tc>
                      <a:txBody>
                        <a:bodyPr/>
                        <a:lstStyle/>
                        <a:p>
                          <a:pPr algn="ct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0,5⋅19+0,7⋅5+0,3⋅25</m:t>
                                </m:r>
                              </m:oMath>
                            </m:oMathPara>
                          </a14:m>
                          <a:endParaRPr lang="de-DE"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20987890"/>
                      </a:ext>
                    </a:extLst>
                  </a:tr>
                  <a:tr h="370840">
                    <a:tc>
                      <a:txBody>
                        <a:bodyPr/>
                        <a:lstStyle/>
                        <a:p>
                          <a:pPr algn="ctr"/>
                          <a:r>
                            <a:rPr lang="de-DE" sz="2400" dirty="0"/>
                            <a:t>0,8</a:t>
                          </a:r>
                        </a:p>
                      </a:txBody>
                      <a:tcPr>
                        <a:lnR w="12700" cap="flat" cmpd="sng" algn="ctr">
                          <a:noFill/>
                          <a:prstDash val="solid"/>
                          <a:round/>
                          <a:headEnd type="none" w="med" len="med"/>
                          <a:tailEnd type="none" w="med" len="med"/>
                        </a:lnR>
                      </a:tcPr>
                    </a:tc>
                    <a:tc>
                      <a:txBody>
                        <a:bodyPr/>
                        <a:lstStyle/>
                        <a:p>
                          <a:pPr algn="ctr"/>
                          <a:r>
                            <a:rPr lang="de-DE" sz="2400" dirty="0"/>
                            <a:t>0,2</a:t>
                          </a:r>
                        </a:p>
                      </a:txBody>
                      <a:tcPr>
                        <a:lnL w="12700" cap="flat" cmpd="sng" algn="ctr">
                          <a:noFill/>
                          <a:prstDash val="solid"/>
                          <a:round/>
                          <a:headEnd type="none" w="med" len="med"/>
                          <a:tailEnd type="none" w="med" len="med"/>
                        </a:lnL>
                      </a:tcPr>
                    </a:tc>
                    <a:tc>
                      <a:txBody>
                        <a:bodyPr/>
                        <a:lstStyle/>
                        <a:p>
                          <a:pPr algn="ctr"/>
                          <a:r>
                            <a:rPr lang="de-DE" sz="2400" dirty="0"/>
                            <a:t>0,5</a:t>
                          </a:r>
                        </a:p>
                      </a:txBody>
                      <a:tcPr>
                        <a:lnR w="12700" cap="flat" cmpd="sng" algn="ctr">
                          <a:solidFill>
                            <a:schemeClr val="tx1"/>
                          </a:solidFill>
                          <a:prstDash val="solid"/>
                          <a:round/>
                          <a:headEnd type="none" w="med" len="med"/>
                          <a:tailEnd type="none" w="med" len="med"/>
                        </a:lnR>
                      </a:tcPr>
                    </a:tc>
                    <a:tc>
                      <a:txBody>
                        <a:bodyPr/>
                        <a:lstStyle/>
                        <a:p>
                          <a:pPr algn="ct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0,8⋅19+0,2⋅5+0,5⋅25</m:t>
                                </m:r>
                              </m:oMath>
                            </m:oMathPara>
                          </a14:m>
                          <a:endParaRPr lang="de-DE" sz="24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24211000"/>
                      </a:ext>
                    </a:extLst>
                  </a:tr>
                  <a:tr h="370840">
                    <a:tc>
                      <a:txBody>
                        <a:bodyPr/>
                        <a:lstStyle/>
                        <a:p>
                          <a:pPr algn="ctr"/>
                          <a:r>
                            <a:rPr lang="de-DE" sz="2400" dirty="0"/>
                            <a:t>0,4</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de-DE" sz="2400" dirty="0"/>
                            <a:t>0,1</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de-DE" sz="2400" dirty="0"/>
                            <a:t>0,9</a:t>
                          </a:r>
                        </a:p>
                      </a:txBody>
                      <a:tcP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0,4⋅19+0,1⋅5+0,9⋅25</m:t>
                                </m:r>
                              </m:oMath>
                            </m:oMathPara>
                          </a14:m>
                          <a:endParaRPr lang="de-DE" sz="2400" dirty="0"/>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tcPr>
                    </a:tc>
                    <a:extLst>
                      <a:ext uri="{0D108BD9-81ED-4DB2-BD59-A6C34878D82A}">
                        <a16:rowId xmlns:a16="http://schemas.microsoft.com/office/drawing/2014/main" val="173652997"/>
                      </a:ext>
                    </a:extLst>
                  </a:tr>
                </a:tbl>
              </a:graphicData>
            </a:graphic>
          </p:graphicFrame>
        </mc:Choice>
        <mc:Fallback xmlns="">
          <p:graphicFrame>
            <p:nvGraphicFramePr>
              <p:cNvPr id="44" name="Tabelle 43">
                <a:extLst>
                  <a:ext uri="{FF2B5EF4-FFF2-40B4-BE49-F238E27FC236}">
                    <a16:creationId xmlns:a16="http://schemas.microsoft.com/office/drawing/2014/main" id="{20705210-1E12-5C9D-4D7B-ED940FF32A81}"/>
                  </a:ext>
                </a:extLst>
              </p:cNvPr>
              <p:cNvGraphicFramePr>
                <a:graphicFrameLocks noGrp="1"/>
              </p:cNvGraphicFramePr>
              <p:nvPr>
                <p:extLst>
                  <p:ext uri="{D42A27DB-BD31-4B8C-83A1-F6EECF244321}">
                    <p14:modId xmlns:p14="http://schemas.microsoft.com/office/powerpoint/2010/main" val="2290846298"/>
                  </p:ext>
                </p:extLst>
              </p:nvPr>
            </p:nvGraphicFramePr>
            <p:xfrm>
              <a:off x="3094381" y="2766016"/>
              <a:ext cx="5516091" cy="3200400"/>
            </p:xfrm>
            <a:graphic>
              <a:graphicData uri="http://schemas.openxmlformats.org/drawingml/2006/table">
                <a:tbl>
                  <a:tblPr bandRow="1">
                    <a:tableStyleId>{C083E6E3-FA7D-4D7B-A595-EF9225AFEA82}</a:tableStyleId>
                  </a:tblPr>
                  <a:tblGrid>
                    <a:gridCol w="635317">
                      <a:extLst>
                        <a:ext uri="{9D8B030D-6E8A-4147-A177-3AD203B41FA5}">
                          <a16:colId xmlns:a16="http://schemas.microsoft.com/office/drawing/2014/main" val="420313483"/>
                        </a:ext>
                      </a:extLst>
                    </a:gridCol>
                    <a:gridCol w="635317">
                      <a:extLst>
                        <a:ext uri="{9D8B030D-6E8A-4147-A177-3AD203B41FA5}">
                          <a16:colId xmlns:a16="http://schemas.microsoft.com/office/drawing/2014/main" val="4288604302"/>
                        </a:ext>
                      </a:extLst>
                    </a:gridCol>
                    <a:gridCol w="635317">
                      <a:extLst>
                        <a:ext uri="{9D8B030D-6E8A-4147-A177-3AD203B41FA5}">
                          <a16:colId xmlns:a16="http://schemas.microsoft.com/office/drawing/2014/main" val="790570222"/>
                        </a:ext>
                      </a:extLst>
                    </a:gridCol>
                    <a:gridCol w="3610140">
                      <a:extLst>
                        <a:ext uri="{9D8B030D-6E8A-4147-A177-3AD203B41FA5}">
                          <a16:colId xmlns:a16="http://schemas.microsoft.com/office/drawing/2014/main" val="3297896708"/>
                        </a:ext>
                      </a:extLst>
                    </a:gridCol>
                  </a:tblGrid>
                  <a:tr h="45720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de-DE" sz="2400" dirty="0"/>
                            <a:t>19</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719163780"/>
                      </a:ext>
                    </a:extLst>
                  </a:tr>
                  <a:tr h="45720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de-DE" sz="2400" dirty="0"/>
                            <a:t>5</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518330148"/>
                      </a:ext>
                    </a:extLst>
                  </a:tr>
                  <a:tr h="457200">
                    <a:tc>
                      <a:txBody>
                        <a:bodyPr/>
                        <a:lstStyle/>
                        <a:p>
                          <a:pPr algn="ctr"/>
                          <a:endParaRPr lang="de-DE" sz="24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de-DE" sz="2400"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de-DE" sz="2400" dirty="0"/>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de-DE" sz="2400" dirty="0"/>
                            <a:t>25</a:t>
                          </a: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6142012"/>
                      </a:ext>
                    </a:extLst>
                  </a:tr>
                  <a:tr h="457200">
                    <a:tc>
                      <a:txBody>
                        <a:bodyPr/>
                        <a:lstStyle/>
                        <a:p>
                          <a:pPr algn="ctr"/>
                          <a:r>
                            <a:rPr lang="de-DE" sz="2400" dirty="0"/>
                            <a:t>0,3</a:t>
                          </a:r>
                        </a:p>
                      </a:txBody>
                      <a:tcP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de-DE" sz="2400" dirty="0"/>
                            <a:t>0,4</a:t>
                          </a:r>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de-DE" sz="2400" dirty="0"/>
                            <a:t>0,6</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blipFill>
                          <a:blip r:embed="rId4"/>
                          <a:stretch>
                            <a:fillRect l="-52782" t="-305263" r="-169" b="-326316"/>
                          </a:stretch>
                        </a:blipFill>
                      </a:tcPr>
                    </a:tc>
                    <a:extLst>
                      <a:ext uri="{0D108BD9-81ED-4DB2-BD59-A6C34878D82A}">
                        <a16:rowId xmlns:a16="http://schemas.microsoft.com/office/drawing/2014/main" val="2604437340"/>
                      </a:ext>
                    </a:extLst>
                  </a:tr>
                  <a:tr h="457200">
                    <a:tc>
                      <a:txBody>
                        <a:bodyPr/>
                        <a:lstStyle/>
                        <a:p>
                          <a:pPr algn="ctr"/>
                          <a:r>
                            <a:rPr lang="de-DE" sz="2400" dirty="0"/>
                            <a:t>0,5</a:t>
                          </a:r>
                        </a:p>
                      </a:txBody>
                      <a:tcPr>
                        <a:lnR w="12700" cap="flat" cmpd="sng" algn="ctr">
                          <a:noFill/>
                          <a:prstDash val="solid"/>
                          <a:round/>
                          <a:headEnd type="none" w="med" len="med"/>
                          <a:tailEnd type="none" w="med" len="med"/>
                        </a:lnR>
                      </a:tcPr>
                    </a:tc>
                    <a:tc>
                      <a:txBody>
                        <a:bodyPr/>
                        <a:lstStyle/>
                        <a:p>
                          <a:pPr algn="ctr"/>
                          <a:r>
                            <a:rPr lang="de-DE" sz="2400" dirty="0"/>
                            <a:t>0,7</a:t>
                          </a:r>
                        </a:p>
                      </a:txBody>
                      <a:tcPr>
                        <a:lnL w="12700" cap="flat" cmpd="sng" algn="ctr">
                          <a:noFill/>
                          <a:prstDash val="solid"/>
                          <a:round/>
                          <a:headEnd type="none" w="med" len="med"/>
                          <a:tailEnd type="none" w="med" len="med"/>
                        </a:lnL>
                      </a:tcPr>
                    </a:tc>
                    <a:tc>
                      <a:txBody>
                        <a:bodyPr/>
                        <a:lstStyle/>
                        <a:p>
                          <a:pPr algn="ctr"/>
                          <a:r>
                            <a:rPr lang="de-DE" sz="2400" dirty="0"/>
                            <a:t>0,3</a:t>
                          </a:r>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blipFill>
                          <a:blip r:embed="rId4"/>
                          <a:stretch>
                            <a:fillRect l="-52782" t="-410667" r="-169" b="-230667"/>
                          </a:stretch>
                        </a:blipFill>
                      </a:tcPr>
                    </a:tc>
                    <a:extLst>
                      <a:ext uri="{0D108BD9-81ED-4DB2-BD59-A6C34878D82A}">
                        <a16:rowId xmlns:a16="http://schemas.microsoft.com/office/drawing/2014/main" val="920987890"/>
                      </a:ext>
                    </a:extLst>
                  </a:tr>
                  <a:tr h="457200">
                    <a:tc>
                      <a:txBody>
                        <a:bodyPr/>
                        <a:lstStyle/>
                        <a:p>
                          <a:pPr algn="ctr"/>
                          <a:r>
                            <a:rPr lang="de-DE" sz="2400" dirty="0"/>
                            <a:t>0,8</a:t>
                          </a:r>
                        </a:p>
                      </a:txBody>
                      <a:tcPr>
                        <a:lnR w="12700" cap="flat" cmpd="sng" algn="ctr">
                          <a:noFill/>
                          <a:prstDash val="solid"/>
                          <a:round/>
                          <a:headEnd type="none" w="med" len="med"/>
                          <a:tailEnd type="none" w="med" len="med"/>
                        </a:lnR>
                      </a:tcPr>
                    </a:tc>
                    <a:tc>
                      <a:txBody>
                        <a:bodyPr/>
                        <a:lstStyle/>
                        <a:p>
                          <a:pPr algn="ctr"/>
                          <a:r>
                            <a:rPr lang="de-DE" sz="2400" dirty="0"/>
                            <a:t>0,2</a:t>
                          </a:r>
                        </a:p>
                      </a:txBody>
                      <a:tcPr>
                        <a:lnL w="12700" cap="flat" cmpd="sng" algn="ctr">
                          <a:noFill/>
                          <a:prstDash val="solid"/>
                          <a:round/>
                          <a:headEnd type="none" w="med" len="med"/>
                          <a:tailEnd type="none" w="med" len="med"/>
                        </a:lnL>
                      </a:tcPr>
                    </a:tc>
                    <a:tc>
                      <a:txBody>
                        <a:bodyPr/>
                        <a:lstStyle/>
                        <a:p>
                          <a:pPr algn="ctr"/>
                          <a:r>
                            <a:rPr lang="de-DE" sz="2400" dirty="0"/>
                            <a:t>0,5</a:t>
                          </a:r>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blipFill>
                          <a:blip r:embed="rId4"/>
                          <a:stretch>
                            <a:fillRect l="-52782" t="-510667" r="-169" b="-130667"/>
                          </a:stretch>
                        </a:blipFill>
                      </a:tcPr>
                    </a:tc>
                    <a:extLst>
                      <a:ext uri="{0D108BD9-81ED-4DB2-BD59-A6C34878D82A}">
                        <a16:rowId xmlns:a16="http://schemas.microsoft.com/office/drawing/2014/main" val="3924211000"/>
                      </a:ext>
                    </a:extLst>
                  </a:tr>
                  <a:tr h="457200">
                    <a:tc>
                      <a:txBody>
                        <a:bodyPr/>
                        <a:lstStyle/>
                        <a:p>
                          <a:pPr algn="ctr"/>
                          <a:r>
                            <a:rPr lang="de-DE" sz="2400" dirty="0"/>
                            <a:t>0,4</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de-DE" sz="2400" dirty="0"/>
                            <a:t>0,1</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de-DE" sz="2400" dirty="0"/>
                            <a:t>0,9</a:t>
                          </a:r>
                        </a:p>
                      </a:txBody>
                      <a:tcPr>
                        <a:lnR w="12700" cap="flat" cmpd="sng" algn="ctr">
                          <a:solidFill>
                            <a:schemeClr val="tx1"/>
                          </a:solidFill>
                          <a:prstDash val="solid"/>
                          <a:round/>
                          <a:headEnd type="none" w="med" len="med"/>
                          <a:tailEnd type="none" w="med" len="med"/>
                        </a:lnR>
                        <a:lnB w="12700" cap="flat" cmpd="sng" algn="ctr">
                          <a:no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noFill/>
                          <a:prstDash val="solid"/>
                          <a:round/>
                          <a:headEnd type="none" w="med" len="med"/>
                          <a:tailEnd type="none" w="med" len="med"/>
                        </a:lnB>
                        <a:blipFill>
                          <a:blip r:embed="rId4"/>
                          <a:stretch>
                            <a:fillRect l="-52782" t="-610667" r="-169" b="-30667"/>
                          </a:stretch>
                        </a:blipFill>
                      </a:tcPr>
                    </a:tc>
                    <a:extLst>
                      <a:ext uri="{0D108BD9-81ED-4DB2-BD59-A6C34878D82A}">
                        <a16:rowId xmlns:a16="http://schemas.microsoft.com/office/drawing/2014/main" val="173652997"/>
                      </a:ext>
                    </a:extLst>
                  </a:tr>
                </a:tbl>
              </a:graphicData>
            </a:graphic>
          </p:graphicFrame>
        </mc:Fallback>
      </mc:AlternateContent>
      <p:sp>
        <p:nvSpPr>
          <p:cNvPr id="47" name="Freihandform: Form 46">
            <a:extLst>
              <a:ext uri="{FF2B5EF4-FFF2-40B4-BE49-F238E27FC236}">
                <a16:creationId xmlns:a16="http://schemas.microsoft.com/office/drawing/2014/main" id="{15581B9B-9D1A-C752-5BDE-BEECEA9933A7}"/>
              </a:ext>
            </a:extLst>
          </p:cNvPr>
          <p:cNvSpPr/>
          <p:nvPr/>
        </p:nvSpPr>
        <p:spPr>
          <a:xfrm>
            <a:off x="3423377" y="3018147"/>
            <a:ext cx="3118100" cy="1080000"/>
          </a:xfrm>
          <a:custGeom>
            <a:avLst/>
            <a:gdLst>
              <a:gd name="connsiteX0" fmla="*/ 0 w 753626"/>
              <a:gd name="connsiteY0" fmla="*/ 834013 h 834013"/>
              <a:gd name="connsiteX1" fmla="*/ 0 w 753626"/>
              <a:gd name="connsiteY1" fmla="*/ 0 h 834013"/>
              <a:gd name="connsiteX2" fmla="*/ 753626 w 753626"/>
              <a:gd name="connsiteY2" fmla="*/ 0 h 834013"/>
            </a:gdLst>
            <a:ahLst/>
            <a:cxnLst>
              <a:cxn ang="0">
                <a:pos x="connsiteX0" y="connsiteY0"/>
              </a:cxn>
              <a:cxn ang="0">
                <a:pos x="connsiteX1" y="connsiteY1"/>
              </a:cxn>
              <a:cxn ang="0">
                <a:pos x="connsiteX2" y="connsiteY2"/>
              </a:cxn>
            </a:cxnLst>
            <a:rect l="l" t="t" r="r" b="b"/>
            <a:pathLst>
              <a:path w="753626" h="834013">
                <a:moveTo>
                  <a:pt x="0" y="834013"/>
                </a:moveTo>
                <a:lnTo>
                  <a:pt x="0" y="0"/>
                </a:lnTo>
                <a:lnTo>
                  <a:pt x="753626" y="0"/>
                </a:lnTo>
              </a:path>
            </a:pathLst>
          </a:custGeom>
          <a:noFill/>
          <a:ln w="38100">
            <a:solidFill>
              <a:srgbClr val="00B0F0"/>
            </a:solidFill>
            <a:headEnd type="triangl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 name="Freihandform: Form 49">
            <a:extLst>
              <a:ext uri="{FF2B5EF4-FFF2-40B4-BE49-F238E27FC236}">
                <a16:creationId xmlns:a16="http://schemas.microsoft.com/office/drawing/2014/main" id="{DA1E67BF-2224-40BE-B222-57F4FD2AAE22}"/>
              </a:ext>
            </a:extLst>
          </p:cNvPr>
          <p:cNvSpPr/>
          <p:nvPr/>
        </p:nvSpPr>
        <p:spPr>
          <a:xfrm>
            <a:off x="4038600" y="3439048"/>
            <a:ext cx="2484000" cy="648000"/>
          </a:xfrm>
          <a:custGeom>
            <a:avLst/>
            <a:gdLst>
              <a:gd name="connsiteX0" fmla="*/ 0 w 753626"/>
              <a:gd name="connsiteY0" fmla="*/ 834013 h 834013"/>
              <a:gd name="connsiteX1" fmla="*/ 0 w 753626"/>
              <a:gd name="connsiteY1" fmla="*/ 0 h 834013"/>
              <a:gd name="connsiteX2" fmla="*/ 753626 w 753626"/>
              <a:gd name="connsiteY2" fmla="*/ 0 h 834013"/>
            </a:gdLst>
            <a:ahLst/>
            <a:cxnLst>
              <a:cxn ang="0">
                <a:pos x="connsiteX0" y="connsiteY0"/>
              </a:cxn>
              <a:cxn ang="0">
                <a:pos x="connsiteX1" y="connsiteY1"/>
              </a:cxn>
              <a:cxn ang="0">
                <a:pos x="connsiteX2" y="connsiteY2"/>
              </a:cxn>
            </a:cxnLst>
            <a:rect l="l" t="t" r="r" b="b"/>
            <a:pathLst>
              <a:path w="753626" h="834013">
                <a:moveTo>
                  <a:pt x="0" y="834013"/>
                </a:moveTo>
                <a:lnTo>
                  <a:pt x="0" y="0"/>
                </a:lnTo>
                <a:lnTo>
                  <a:pt x="753626" y="0"/>
                </a:lnTo>
              </a:path>
            </a:pathLst>
          </a:custGeom>
          <a:noFill/>
          <a:ln w="38100">
            <a:solidFill>
              <a:srgbClr val="00B050"/>
            </a:solidFill>
            <a:headEnd type="triangl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Freihandform: Form 52">
            <a:extLst>
              <a:ext uri="{FF2B5EF4-FFF2-40B4-BE49-F238E27FC236}">
                <a16:creationId xmlns:a16="http://schemas.microsoft.com/office/drawing/2014/main" id="{173EDE29-20DF-C55B-3DB7-CA4FC8F63937}"/>
              </a:ext>
            </a:extLst>
          </p:cNvPr>
          <p:cNvSpPr/>
          <p:nvPr/>
        </p:nvSpPr>
        <p:spPr>
          <a:xfrm>
            <a:off x="4683967" y="3904605"/>
            <a:ext cx="1836000" cy="180000"/>
          </a:xfrm>
          <a:custGeom>
            <a:avLst/>
            <a:gdLst>
              <a:gd name="connsiteX0" fmla="*/ 0 w 753626"/>
              <a:gd name="connsiteY0" fmla="*/ 834013 h 834013"/>
              <a:gd name="connsiteX1" fmla="*/ 0 w 753626"/>
              <a:gd name="connsiteY1" fmla="*/ 0 h 834013"/>
              <a:gd name="connsiteX2" fmla="*/ 753626 w 753626"/>
              <a:gd name="connsiteY2" fmla="*/ 0 h 834013"/>
            </a:gdLst>
            <a:ahLst/>
            <a:cxnLst>
              <a:cxn ang="0">
                <a:pos x="connsiteX0" y="connsiteY0"/>
              </a:cxn>
              <a:cxn ang="0">
                <a:pos x="connsiteX1" y="connsiteY1"/>
              </a:cxn>
              <a:cxn ang="0">
                <a:pos x="connsiteX2" y="connsiteY2"/>
              </a:cxn>
            </a:cxnLst>
            <a:rect l="l" t="t" r="r" b="b"/>
            <a:pathLst>
              <a:path w="753626" h="834013">
                <a:moveTo>
                  <a:pt x="0" y="834013"/>
                </a:moveTo>
                <a:lnTo>
                  <a:pt x="0" y="0"/>
                </a:lnTo>
                <a:lnTo>
                  <a:pt x="753626" y="0"/>
                </a:lnTo>
              </a:path>
            </a:pathLst>
          </a:custGeom>
          <a:noFill/>
          <a:ln w="38100">
            <a:solidFill>
              <a:srgbClr val="C00000"/>
            </a:solidFill>
            <a:headEnd type="triangl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59" name="Textfeld 58">
                <a:extLst>
                  <a:ext uri="{FF2B5EF4-FFF2-40B4-BE49-F238E27FC236}">
                    <a16:creationId xmlns:a16="http://schemas.microsoft.com/office/drawing/2014/main" id="{590CD31A-EDDC-BC08-0CA7-5FE17AB09146}"/>
                  </a:ext>
                </a:extLst>
              </p:cNvPr>
              <p:cNvSpPr txBox="1"/>
              <p:nvPr/>
            </p:nvSpPr>
            <p:spPr>
              <a:xfrm>
                <a:off x="8727015" y="4179965"/>
                <a:ext cx="1835909" cy="17018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de-DE" sz="2800" b="0" i="1" smtClean="0">
                          <a:latin typeface="Cambria Math" panose="02040503050406030204" pitchFamily="18" charset="0"/>
                        </a:rPr>
                        <m:t>=</m:t>
                      </m:r>
                      <m:d>
                        <m:dPr>
                          <m:ctrlPr>
                            <a:rPr lang="de-DE" sz="2800" i="1" smtClean="0">
                              <a:latin typeface="Cambria Math" panose="02040503050406030204" pitchFamily="18" charset="0"/>
                            </a:rPr>
                          </m:ctrlPr>
                        </m:dPr>
                        <m:e>
                          <m:m>
                            <m:mPr>
                              <m:plcHide m:val="on"/>
                              <m:mcs>
                                <m:mc>
                                  <m:mcPr>
                                    <m:count m:val="1"/>
                                    <m:mcJc m:val="center"/>
                                  </m:mcPr>
                                </m:mc>
                              </m:mcs>
                              <m:ctrlPr>
                                <a:rPr lang="de-DE" sz="2800" i="1">
                                  <a:latin typeface="Cambria Math" panose="02040503050406030204" pitchFamily="18" charset="0"/>
                                </a:rPr>
                              </m:ctrlPr>
                            </m:mPr>
                            <m:mr>
                              <m:e>
                                <m:r>
                                  <a:rPr lang="de-DE" sz="2800" b="0" i="1" smtClean="0">
                                    <a:latin typeface="Cambria Math" panose="02040503050406030204" pitchFamily="18" charset="0"/>
                                  </a:rPr>
                                  <m:t>22,7</m:t>
                                </m:r>
                              </m:e>
                            </m:mr>
                            <m:mr>
                              <m:e>
                                <m:r>
                                  <a:rPr lang="de-DE" sz="2800" b="0" i="1" smtClean="0">
                                    <a:latin typeface="Cambria Math" panose="02040503050406030204" pitchFamily="18" charset="0"/>
                                  </a:rPr>
                                  <m:t>20,5</m:t>
                                </m:r>
                              </m:e>
                            </m:mr>
                            <m:mr>
                              <m:e>
                                <m:r>
                                  <a:rPr lang="de-DE" sz="2800" b="0" i="1" smtClean="0">
                                    <a:latin typeface="Cambria Math" panose="02040503050406030204" pitchFamily="18" charset="0"/>
                                  </a:rPr>
                                  <m:t>28,7</m:t>
                                </m:r>
                              </m:e>
                            </m:mr>
                            <m:mr>
                              <m:e>
                                <m:r>
                                  <a:rPr lang="de-DE" sz="2800" b="0" i="1" smtClean="0">
                                    <a:latin typeface="Cambria Math" panose="02040503050406030204" pitchFamily="18" charset="0"/>
                                  </a:rPr>
                                  <m:t>30,6</m:t>
                                </m:r>
                              </m:e>
                            </m:mr>
                          </m:m>
                        </m:e>
                      </m:d>
                    </m:oMath>
                  </m:oMathPara>
                </a14:m>
                <a:endParaRPr lang="de-DE" sz="2000" dirty="0"/>
              </a:p>
            </p:txBody>
          </p:sp>
        </mc:Choice>
        <mc:Fallback xmlns="">
          <p:sp>
            <p:nvSpPr>
              <p:cNvPr id="59" name="Textfeld 58">
                <a:extLst>
                  <a:ext uri="{FF2B5EF4-FFF2-40B4-BE49-F238E27FC236}">
                    <a16:creationId xmlns:a16="http://schemas.microsoft.com/office/drawing/2014/main" id="{590CD31A-EDDC-BC08-0CA7-5FE17AB09146}"/>
                  </a:ext>
                </a:extLst>
              </p:cNvPr>
              <p:cNvSpPr txBox="1">
                <a:spLocks noRot="1" noChangeAspect="1" noMove="1" noResize="1" noEditPoints="1" noAdjustHandles="1" noChangeArrowheads="1" noChangeShapeType="1" noTextEdit="1"/>
              </p:cNvSpPr>
              <p:nvPr/>
            </p:nvSpPr>
            <p:spPr>
              <a:xfrm>
                <a:off x="8727015" y="4179965"/>
                <a:ext cx="1835909" cy="1701813"/>
              </a:xfrm>
              <a:prstGeom prst="rect">
                <a:avLst/>
              </a:prstGeom>
              <a:blipFill>
                <a:blip r:embed="rId5"/>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1673727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4364101-F828-58E7-656F-C4AFCA537E15}"/>
              </a:ext>
            </a:extLst>
          </p:cNvPr>
          <p:cNvSpPr>
            <a:spLocks noGrp="1"/>
          </p:cNvSpPr>
          <p:nvPr>
            <p:ph type="dt" sz="half" idx="10"/>
          </p:nvPr>
        </p:nvSpPr>
        <p:spPr/>
        <p:txBody>
          <a:bodyPr/>
          <a:lstStyle/>
          <a:p>
            <a:fld id="{DFF21B63-CC14-4CF7-B236-95F232F15D6B}" type="datetime1">
              <a:rPr lang="de-DE" smtClean="0"/>
              <a:t>26.11.2025</a:t>
            </a:fld>
            <a:endParaRPr lang="de-DE"/>
          </a:p>
        </p:txBody>
      </p:sp>
      <p:sp>
        <p:nvSpPr>
          <p:cNvPr id="3" name="Foliennummernplatzhalter 2">
            <a:extLst>
              <a:ext uri="{FF2B5EF4-FFF2-40B4-BE49-F238E27FC236}">
                <a16:creationId xmlns:a16="http://schemas.microsoft.com/office/drawing/2014/main" id="{4A08D43A-C267-4570-7A95-8A9CF19FCC32}"/>
              </a:ext>
            </a:extLst>
          </p:cNvPr>
          <p:cNvSpPr>
            <a:spLocks noGrp="1"/>
          </p:cNvSpPr>
          <p:nvPr>
            <p:ph type="sldNum" sz="quarter" idx="12"/>
          </p:nvPr>
        </p:nvSpPr>
        <p:spPr/>
        <p:txBody>
          <a:bodyPr/>
          <a:lstStyle/>
          <a:p>
            <a:fld id="{341CD41A-C668-429A-AD07-4F84BBC3B3E7}" type="slidenum">
              <a:rPr lang="de-DE" smtClean="0"/>
              <a:pPr/>
              <a:t>17</a:t>
            </a:fld>
            <a:endParaRPr lang="de-DE"/>
          </a:p>
        </p:txBody>
      </p:sp>
      <p:sp>
        <p:nvSpPr>
          <p:cNvPr id="4" name="Inhaltsplatzhalter 3">
            <a:extLst>
              <a:ext uri="{FF2B5EF4-FFF2-40B4-BE49-F238E27FC236}">
                <a16:creationId xmlns:a16="http://schemas.microsoft.com/office/drawing/2014/main" id="{E253FAC0-E2D9-387B-1FA2-2975E849B7D1}"/>
              </a:ext>
            </a:extLst>
          </p:cNvPr>
          <p:cNvSpPr>
            <a:spLocks noGrp="1"/>
          </p:cNvSpPr>
          <p:nvPr>
            <p:ph idx="1"/>
          </p:nvPr>
        </p:nvSpPr>
        <p:spPr/>
        <p:txBody>
          <a:bodyPr/>
          <a:lstStyle/>
          <a:p>
            <a:r>
              <a:rPr lang="de-DE" dirty="0"/>
              <a:t>Folie 2: CRISP-DM</a:t>
            </a:r>
            <a:br>
              <a:rPr lang="de-DE" dirty="0"/>
            </a:br>
            <a:r>
              <a:rPr lang="de-DE" dirty="0"/>
              <a:t>selbst erstellt nach Vorlage</a:t>
            </a:r>
            <a:br>
              <a:rPr lang="de-DE" dirty="0"/>
            </a:br>
            <a:r>
              <a:rPr lang="de-DE" dirty="0">
                <a:hlinkClick r:id="rId2"/>
              </a:rPr>
              <a:t>https://www.researchgate.net/figure/CRISP-DM-Process-model_fig1_335060634</a:t>
            </a:r>
            <a:r>
              <a:rPr lang="de-DE" dirty="0"/>
              <a:t> (abgerufen am 22.03.23)</a:t>
            </a:r>
          </a:p>
          <a:p>
            <a:r>
              <a:rPr lang="de-DE" dirty="0"/>
              <a:t>Folie 3: Waffeleis</a:t>
            </a:r>
            <a:br>
              <a:rPr lang="de-DE" dirty="0"/>
            </a:br>
            <a:r>
              <a:rPr lang="de-DE" dirty="0">
                <a:hlinkClick r:id="rId3"/>
              </a:rPr>
              <a:t>https://pixabay.com/de/photos/eis-waffel-sommer-eiswaffel-s%c3%bc%c3%9f-4296304/</a:t>
            </a:r>
            <a:r>
              <a:rPr lang="de-DE" dirty="0"/>
              <a:t> (bearbeitet, abgerufen am 25.11.25)</a:t>
            </a:r>
          </a:p>
          <a:p>
            <a:r>
              <a:rPr lang="de-DE" dirty="0"/>
              <a:t>Folie 4: Icons für Temperatur, Sonnenstunden und Regenwahrscheinlichkeit</a:t>
            </a:r>
            <a:br>
              <a:rPr lang="de-DE" dirty="0"/>
            </a:br>
            <a:r>
              <a:rPr lang="de-DE" dirty="0">
                <a:hlinkClick r:id="rId4"/>
              </a:rPr>
              <a:t>https://www.flaticon.com/free-icon/thermometer_2100100</a:t>
            </a:r>
            <a:r>
              <a:rPr lang="de-DE" dirty="0"/>
              <a:t> (abgerufen am 25.11.25)</a:t>
            </a:r>
            <a:br>
              <a:rPr lang="de-DE" dirty="0"/>
            </a:br>
            <a:r>
              <a:rPr lang="de-DE" dirty="0">
                <a:hlinkClick r:id="rId5"/>
              </a:rPr>
              <a:t>https://www.flaticon.com/free-icon/daytime_4041978</a:t>
            </a:r>
            <a:r>
              <a:rPr lang="de-DE" dirty="0"/>
              <a:t> (abgerufen am 25.11.25)</a:t>
            </a:r>
            <a:br>
              <a:rPr lang="de-DE" dirty="0"/>
            </a:br>
            <a:r>
              <a:rPr lang="de-DE" dirty="0">
                <a:hlinkClick r:id="rId6"/>
              </a:rPr>
              <a:t>https://www.flaticon.com/free-icon/heavy-rain_8841317</a:t>
            </a:r>
            <a:r>
              <a:rPr lang="de-DE" dirty="0"/>
              <a:t> (abgerufen am 25.11.25)</a:t>
            </a:r>
          </a:p>
          <a:p>
            <a:r>
              <a:rPr lang="de-DE" dirty="0"/>
              <a:t>Folie 8: Icon Blitz</a:t>
            </a:r>
            <a:br>
              <a:rPr lang="de-DE" dirty="0"/>
            </a:br>
            <a:r>
              <a:rPr lang="de-DE" dirty="0">
                <a:hlinkClick r:id="rId7"/>
              </a:rPr>
              <a:t>https://www.flaticon.com/free-icon/flash_252590</a:t>
            </a:r>
            <a:r>
              <a:rPr lang="de-DE" dirty="0"/>
              <a:t> (abgerufen am 25.11.25)</a:t>
            </a:r>
          </a:p>
          <a:p>
            <a:r>
              <a:rPr lang="de-DE" dirty="0"/>
              <a:t>Folie 10: Icon Glühbirne</a:t>
            </a:r>
            <a:br>
              <a:rPr lang="de-DE" dirty="0"/>
            </a:br>
            <a:r>
              <a:rPr lang="de-DE" dirty="0">
                <a:hlinkClick r:id="rId8"/>
              </a:rPr>
              <a:t>https://www.flaticon.com/free-icon/lightbulb_3176298</a:t>
            </a:r>
            <a:r>
              <a:rPr lang="de-DE" dirty="0"/>
              <a:t> (abgerufen am 25.11.25)</a:t>
            </a:r>
          </a:p>
          <a:p>
            <a:endParaRPr lang="de-DE" dirty="0"/>
          </a:p>
          <a:p>
            <a:endParaRPr lang="de-DE" dirty="0"/>
          </a:p>
        </p:txBody>
      </p:sp>
      <p:sp>
        <p:nvSpPr>
          <p:cNvPr id="5" name="Titel 4">
            <a:extLst>
              <a:ext uri="{FF2B5EF4-FFF2-40B4-BE49-F238E27FC236}">
                <a16:creationId xmlns:a16="http://schemas.microsoft.com/office/drawing/2014/main" id="{7A3DAAE3-0D2A-875C-F11C-19B14B804D9A}"/>
              </a:ext>
            </a:extLst>
          </p:cNvPr>
          <p:cNvSpPr>
            <a:spLocks noGrp="1"/>
          </p:cNvSpPr>
          <p:nvPr>
            <p:ph type="title"/>
          </p:nvPr>
        </p:nvSpPr>
        <p:spPr>
          <a:xfrm>
            <a:off x="390938" y="309634"/>
            <a:ext cx="11410124" cy="369332"/>
          </a:xfrm>
        </p:spPr>
        <p:txBody>
          <a:bodyPr/>
          <a:lstStyle/>
          <a:p>
            <a:r>
              <a:rPr lang="de-DE"/>
              <a:t>Bildquellen</a:t>
            </a:r>
          </a:p>
        </p:txBody>
      </p:sp>
      <p:sp>
        <p:nvSpPr>
          <p:cNvPr id="6" name="Fußzeilenplatzhalter 5">
            <a:extLst>
              <a:ext uri="{FF2B5EF4-FFF2-40B4-BE49-F238E27FC236}">
                <a16:creationId xmlns:a16="http://schemas.microsoft.com/office/drawing/2014/main" id="{9871F3C6-5418-148E-3340-85374ACC18A5}"/>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875408324"/>
      </p:ext>
    </p:extLst>
  </p:cSld>
  <p:clrMapOvr>
    <a:masterClrMapping/>
  </p:clrMapOvr>
</p:sld>
</file>

<file path=ppt/theme/theme1.xml><?xml version="1.0" encoding="utf-8"?>
<a:theme xmlns:a="http://schemas.openxmlformats.org/drawingml/2006/main" name="mit Titelbil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zu9_ALP-Praesentation_MasterVorlage.pptx" id="{B23EF914-3FB6-4301-94CB-99985DA93EFF}" vid="{9CA8404C-C143-41CD-9E42-A16ECB65F8EC}"/>
    </a:ext>
  </a:extLst>
</a:theme>
</file>

<file path=ppt/theme/theme2.xml><?xml version="1.0" encoding="utf-8"?>
<a:theme xmlns:a="http://schemas.openxmlformats.org/drawingml/2006/main" name="ohne Titelbil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zu9_ALP-Praesentation_MasterVorlage.pptx" id="{B23EF914-3FB6-4301-94CB-99985DA93EFF}" vid="{9CA8404C-C143-41CD-9E42-A16ECB65F8EC}"/>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E2EA3F0C2344FB45ACE9DF6581594517" ma:contentTypeVersion="16" ma:contentTypeDescription="Ein neues Dokument erstellen." ma:contentTypeScope="" ma:versionID="0f8100da7dd05c205d4178bf830295b3">
  <xsd:schema xmlns:xsd="http://www.w3.org/2001/XMLSchema" xmlns:xs="http://www.w3.org/2001/XMLSchema" xmlns:p="http://schemas.microsoft.com/office/2006/metadata/properties" xmlns:ns2="5952574b-c773-47c2-8a7e-ec9c52cf1870" xmlns:ns3="75fa1b55-88a1-454c-a524-cc7c31931362" targetNamespace="http://schemas.microsoft.com/office/2006/metadata/properties" ma:root="true" ma:fieldsID="cdf79a490250a8afbf22aa711f762e3e" ns2:_="" ns3:_="">
    <xsd:import namespace="5952574b-c773-47c2-8a7e-ec9c52cf1870"/>
    <xsd:import namespace="75fa1b55-88a1-454c-a524-cc7c3193136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52574b-c773-47c2-8a7e-ec9c52cf18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Bildmarkierungen" ma:readOnly="false" ma:fieldId="{5cf76f15-5ced-4ddc-b409-7134ff3c332f}" ma:taxonomyMulti="true" ma:sspId="5fdcae15-a50e-4719-ab62-162eef3fb40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fa1b55-88a1-454c-a524-cc7c3193136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5fff668-3cbe-4f0d-ad1c-16634e69efad}" ma:internalName="TaxCatchAll" ma:showField="CatchAllData" ma:web="75fa1b55-88a1-454c-a524-cc7c31931362">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5fa1b55-88a1-454c-a524-cc7c31931362" xsi:nil="true"/>
    <lcf76f155ced4ddcb4097134ff3c332f xmlns="5952574b-c773-47c2-8a7e-ec9c52cf187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C4590E-1943-41DE-8A33-3AE2BFC5685B}"/>
</file>

<file path=customXml/itemProps2.xml><?xml version="1.0" encoding="utf-8"?>
<ds:datastoreItem xmlns:ds="http://schemas.openxmlformats.org/officeDocument/2006/customXml" ds:itemID="{0873C1F3-9390-4132-A417-F47024ACD511}">
  <ds:schemaRefs>
    <ds:schemaRef ds:uri="5952574b-c773-47c2-8a7e-ec9c52cf1870"/>
    <ds:schemaRef ds:uri="75fa1b55-88a1-454c-a524-cc7c3193136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14A6AEF-7100-441B-8D14-46C8BE9A209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1293</Words>
  <Application>Microsoft Office PowerPoint</Application>
  <PresentationFormat>Breitbild</PresentationFormat>
  <Paragraphs>329</Paragraphs>
  <Slides>17</Slides>
  <Notes>6</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17</vt:i4>
      </vt:variant>
    </vt:vector>
  </HeadingPairs>
  <TitlesOfParts>
    <vt:vector size="25" baseType="lpstr">
      <vt:lpstr>Cambria Math</vt:lpstr>
      <vt:lpstr>Roboto Slab</vt:lpstr>
      <vt:lpstr>Roboto</vt:lpstr>
      <vt:lpstr>Brush Script MT</vt:lpstr>
      <vt:lpstr>Calibri</vt:lpstr>
      <vt:lpstr>Arial</vt:lpstr>
      <vt:lpstr>mit Titelbild</vt:lpstr>
      <vt:lpstr>ohne Titelbild</vt:lpstr>
      <vt:lpstr>PIZ + Digitale Transformation:  Machine Vision und Machine Learning</vt:lpstr>
      <vt:lpstr>Arbeitsprozess maschinelles Lernen nach CRISP-DM</vt:lpstr>
      <vt:lpstr>Problemsituation aus der Praxis</vt:lpstr>
      <vt:lpstr>Zusammenhänge in der Problemstellung verstehen</vt:lpstr>
      <vt:lpstr>In welcher Form / wie stehen die Daten zur Verfügung?</vt:lpstr>
      <vt:lpstr>Muss ich die Daten vorbereiten?</vt:lpstr>
      <vt:lpstr>Durchrechnen mit einem Perzeptron</vt:lpstr>
      <vt:lpstr>Durchrechnen mit einem Perzeptron</vt:lpstr>
      <vt:lpstr>Durchrechnen mit einem Perzeptron</vt:lpstr>
      <vt:lpstr>Durchrechnen mit einem Perzeptron</vt:lpstr>
      <vt:lpstr>Durchrechnen mit einem Single-Layer-Neural-Network</vt:lpstr>
      <vt:lpstr>Problemstellung berechnen mit einem Single-Layer-Neural-Network</vt:lpstr>
      <vt:lpstr>Problemstellung berechnen mit einem Single-Layer-Neural-Network</vt:lpstr>
      <vt:lpstr>Problemstellung berechnen mit einem Single-Layer-Neural-Network</vt:lpstr>
      <vt:lpstr>Problemstellung berechnen mit einem Single-Layer-Neural-Network</vt:lpstr>
      <vt:lpstr>Problemstellung berechnen mit einem Single-Layer-Neural-Network</vt:lpstr>
      <vt:lpstr>Bildquellen</vt:lpstr>
    </vt:vector>
  </TitlesOfParts>
  <Company>ALP-Dillingen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Koehler, Oliver</dc:creator>
  <cp:lastModifiedBy>Reimar Franke</cp:lastModifiedBy>
  <cp:revision>5</cp:revision>
  <dcterms:created xsi:type="dcterms:W3CDTF">2019-06-04T07:33:10Z</dcterms:created>
  <dcterms:modified xsi:type="dcterms:W3CDTF">2025-11-26T07:54:26Z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0x010100E2EA3F0C2344FB45ACE9DF6581594517</vt:lpwstr>
  </property>
  <property fmtid="{D5CDD505-2E9C-101B-9397-08002B2CF9AE}" pid="3" name="MediaServiceImageTags">
    <vt:lpwstr/>
  </property>
</Properties>
</file>